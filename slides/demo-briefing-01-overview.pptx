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1" r:id="rId4"/>
  </p:sldMasterIdLst>
  <p:notesMasterIdLst>
    <p:notesMasterId r:id="rId56"/>
  </p:notesMasterIdLst>
  <p:handoutMasterIdLst>
    <p:handoutMasterId r:id="rId57"/>
  </p:handoutMasterIdLst>
  <p:sldIdLst>
    <p:sldId id="256" r:id="rId256"/>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DE23787B-2F70-41BD-B1E9-2A7EFC31BF1D}">
          <p14:sldIdLst>
            <p14:sldId id="2076137360"/>
          </p14:sldIdLst>
        </p14:section>
        <p14:section name="Speaker-Virtual" id="{8117FF17-02C1-2B46-B541-6179D882FB7C}">
          <p14:sldIdLst>
            <p14:sldId id="2076136929"/>
            <p14:sldId id="2076137225"/>
            <p14:sldId id="2076136930"/>
            <p14:sldId id="2076136931"/>
            <p14:sldId id="2076137004"/>
            <p14:sldId id="2076137294"/>
            <p14:sldId id="2076137338"/>
          </p14:sldIdLst>
        </p14:section>
        <p14:section name="Speaker Live Events" id="{29D58D03-15DE-494A-BA92-D01A754B06C9}">
          <p14:sldIdLst>
            <p14:sldId id="2076137373"/>
            <p14:sldId id="2076137374"/>
            <p14:sldId id="2076137375"/>
            <p14:sldId id="2076137376"/>
          </p14:sldIdLst>
        </p14:section>
        <p14:section name="Section divider slides" id="{A08B6E49-4FA9-1D47-9747-BAB21FC8A06F}">
          <p14:sldIdLst>
            <p14:sldId id="2076137371"/>
          </p14:sldIdLst>
        </p14:section>
        <p14:section name="Agenda" id="{41328D16-35E6-6343-90FA-0D3CE4D1FD72}">
          <p14:sldIdLst>
            <p14:sldId id="2076137347"/>
            <p14:sldId id="2076137377"/>
          </p14:sldIdLst>
        </p14:section>
        <p14:section name="Content Slides-Dark" id="{69C79F6C-AA55-485D-BB9F-DB342B159076}">
          <p14:sldIdLst>
            <p14:sldId id="485"/>
            <p14:sldId id="542"/>
            <p14:sldId id="2076137235"/>
            <p14:sldId id="2076137342"/>
            <p14:sldId id="2076137271"/>
            <p14:sldId id="2076137264"/>
            <p14:sldId id="2076137382"/>
            <p14:sldId id="2076136920"/>
            <p14:sldId id="2076137026"/>
            <p14:sldId id="2076137165"/>
            <p14:sldId id="2076137314"/>
            <p14:sldId id="2076137335"/>
            <p14:sldId id="2076137336"/>
            <p14:sldId id="2147483276"/>
            <p14:sldId id="2147483277"/>
          </p14:sldIdLst>
        </p14:section>
        <p14:section name="Special Slides" id="{678A0263-3EDF-7B42-809D-C478E92A7292}">
          <p14:sldIdLst>
            <p14:sldId id="2076137153"/>
            <p14:sldId id="2076137164"/>
            <p14:sldId id="2076137381"/>
            <p14:sldId id="2076137226"/>
          </p14:sldIdLst>
        </p14:section>
        <p14:section name="Quote slides" id="{C4B6D4A3-32D6-4D44-B3AB-214305D36A9C}">
          <p14:sldIdLst>
            <p14:sldId id="2076137024"/>
            <p14:sldId id="2076137179"/>
          </p14:sldIdLst>
        </p14:section>
        <p14:section name="Timelines" id="{8089EE23-4866-FE4C-8CD1-9224659F0115}">
          <p14:sldIdLst>
            <p14:sldId id="2076137311"/>
            <p14:sldId id="2076137252"/>
            <p14:sldId id="2076137253"/>
          </p14:sldIdLst>
        </p14:section>
        <p14:section name="Thank you slides" id="{91935E4A-BFDD-194E-A0F9-091D3F7B5AB4}">
          <p14:sldIdLst>
            <p14:sldId id="2076137158"/>
          </p14:sldIdLst>
        </p14:section>
        <p14:section name="Tables on dark" id="{254AE64C-2541-1849-B767-EE7A5CB308AD}">
          <p14:sldIdLst>
            <p14:sldId id="2076136953"/>
            <p14:sldId id="2076136779"/>
            <p14:sldId id="2076137267"/>
            <p14:sldId id="2076137308"/>
            <p14:sldId id="2076137274"/>
          </p14:sldIdLst>
        </p14:section>
        <p14:section name="Data Slides" id="{3692E6E5-922D-E148-B0F3-ECE394AA1E76}">
          <p14:sldIdLst>
            <p14:sldId id="2076137018"/>
            <p14:sldId id="2076136811"/>
            <p14:sldId id="2076136814"/>
          </p14:sldIdLst>
        </p14:section>
        <p14:section name="Abstract Backgrounds" id="{D3152CDB-301F-B24D-8B58-919745C3F6C6}">
          <p14:sldIdLst>
            <p14:sldId id="2147483280"/>
            <p14:sldId id="2147483289"/>
          </p14:sldIdLst>
        </p14:section>
        <p14:section name="Closing slides" id="{FB14FD5C-EF6B-E84D-AE89-B7BAFD07C8AA}">
          <p14:sldIdLst>
            <p14:sldId id="440"/>
          </p14:sldIdLst>
        </p14:section>
      </p14:sectionLst>
    </p:ext>
    <p:ext uri="{EFAFB233-063F-42B5-8137-9DF3F51BA10A}">
      <p15:sldGuideLst xmlns:p15="http://schemas.microsoft.com/office/powerpoint/2012/main">
        <p15:guide id="1" orient="horz" pos="1526"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553C"/>
    <a:srgbClr val="796087"/>
    <a:srgbClr val="558EA4"/>
    <a:srgbClr val="5F363F"/>
    <a:srgbClr val="7A4753"/>
    <a:srgbClr val="B47282"/>
    <a:srgbClr val="C58C52"/>
    <a:srgbClr val="AEA8A2"/>
    <a:srgbClr val="AE562C"/>
    <a:srgbClr val="2A2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9268A8-84F5-7342-A0BC-9F42A45F337D}" v="4" dt="2026-01-05T19:55:44.901"/>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1" autoAdjust="0"/>
    <p:restoredTop sz="77054" autoAdjust="0"/>
  </p:normalViewPr>
  <p:slideViewPr>
    <p:cSldViewPr snapToGrid="0" showGuides="1">
      <p:cViewPr varScale="1">
        <p:scale>
          <a:sx n="93" d="100"/>
          <a:sy n="93" d="100"/>
        </p:scale>
        <p:origin x="1824" y="200"/>
      </p:cViewPr>
      <p:guideLst>
        <p:guide orient="horz" pos="1526"/>
        <p:guide pos="3840"/>
      </p:guideLst>
    </p:cSldViewPr>
  </p:slideViewPr>
  <p:outlineViewPr>
    <p:cViewPr>
      <p:scale>
        <a:sx n="33" d="100"/>
        <a:sy n="33" d="100"/>
      </p:scale>
      <p:origin x="0" y="-49712"/>
    </p:cViewPr>
  </p:outlineViewPr>
  <p:notesTextViewPr>
    <p:cViewPr>
      <p:scale>
        <a:sx n="1" d="1"/>
        <a:sy n="1" d="1"/>
      </p:scale>
      <p:origin x="0" y="0"/>
    </p:cViewPr>
  </p:notesTextViewPr>
  <p:sorterViewPr>
    <p:cViewPr>
      <p:scale>
        <a:sx n="83" d="100"/>
        <a:sy n="83" d="100"/>
      </p:scale>
      <p:origin x="0" y="0"/>
    </p:cViewPr>
  </p:sorterViewPr>
  <p:notesViewPr>
    <p:cSldViewPr snapToGrid="0" showGuides="1">
      <p:cViewPr varScale="1">
        <p:scale>
          <a:sx n="90" d="100"/>
          <a:sy n="90" d="100"/>
        </p:scale>
        <p:origin x="4864" y="216"/>
      </p:cViewPr>
      <p:guideLst>
        <p:guide orient="horz" pos="3888"/>
        <p:guide pos="2304"/>
      </p:guideLst>
    </p:cSldViewPr>
  </p:notesViewPr>
  <p:gridSpacing cx="76200" cy="76200"/>
</p:viewPr>
</file>

<file path=ppt/_rels/presentation.xml.rels><?xml version="1.0" encoding="UTF-8" standalone="yes"?>
<Relationships xmlns="http://schemas.openxmlformats.org/package/2006/relationships"><Relationship Id="rId63" Type="http://schemas.microsoft.com/office/2015/10/relationships/revisionInfo" Target="revisionInfo.xml"/><Relationship Id="rId2" Type="http://schemas.openxmlformats.org/officeDocument/2006/relationships/customXml" Target="../customXml/item2.xml"/><Relationship Id="rId58" Type="http://schemas.openxmlformats.org/officeDocument/2006/relationships/commentAuthors" Target="commentAuthors.xml"/><Relationship Id="rId61" Type="http://schemas.openxmlformats.org/officeDocument/2006/relationships/theme" Target="theme/theme1.xml"/><Relationship Id="rId56" Type="http://schemas.openxmlformats.org/officeDocument/2006/relationships/notesMaster" Target="notesMasters/notesMaster1.xml"/><Relationship Id="rId64" Type="http://schemas.microsoft.com/office/2018/10/relationships/authors" Target="authors.xml"/><Relationship Id="rId3" Type="http://schemas.openxmlformats.org/officeDocument/2006/relationships/customXml" Target="../customXml/item3.xml"/><Relationship Id="rId59" Type="http://schemas.openxmlformats.org/officeDocument/2006/relationships/presProps" Target="presProps.xml"/><Relationship Id="rId62" Type="http://schemas.openxmlformats.org/officeDocument/2006/relationships/tableStyles" Target="tableStyles.xml"/><Relationship Id="rId1" Type="http://schemas.openxmlformats.org/officeDocument/2006/relationships/customXml" Target="../customXml/item1.xml"/><Relationship Id="rId57" Type="http://schemas.openxmlformats.org/officeDocument/2006/relationships/handoutMaster" Target="handoutMasters/handoutMaster1.xml"/><Relationship Id="rId60" Type="http://schemas.openxmlformats.org/officeDocument/2006/relationships/viewProps" Target="viewProps.xml"/><Relationship Id="rId4" Type="http://schemas.openxmlformats.org/officeDocument/2006/relationships/slideMaster" Target="slideMasters/slideMaster1.xml"/><Relationship Id="rId25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549720157849678E-3"/>
          <c:y val="1.15905298268483E-2"/>
          <c:w val="0.9926805857952784"/>
          <c:h val="0.98840947017315173"/>
        </c:manualLayout>
      </c:layout>
      <c:doughnutChart>
        <c:varyColors val="1"/>
        <c:ser>
          <c:idx val="0"/>
          <c:order val="0"/>
          <c:tx>
            <c:strRef>
              <c:f>Sheet1!$B$1</c:f>
              <c:strCache>
                <c:ptCount val="1"/>
                <c:pt idx="0">
                  <c:v>Column2</c:v>
                </c:pt>
              </c:strCache>
            </c:strRef>
          </c:tx>
          <c:spPr>
            <a:solidFill>
              <a:schemeClr val="tx2"/>
            </a:solidFill>
            <a:ln>
              <a:noFill/>
            </a:ln>
          </c:spPr>
          <c:dPt>
            <c:idx val="0"/>
            <c:bubble3D val="0"/>
            <c:spPr>
              <a:solidFill>
                <a:schemeClr val="accent6"/>
              </a:solidFill>
              <a:ln w="19050">
                <a:noFill/>
              </a:ln>
              <a:effectLst/>
            </c:spPr>
            <c:extLst>
              <c:ext xmlns:c16="http://schemas.microsoft.com/office/drawing/2014/chart" uri="{C3380CC4-5D6E-409C-BE32-E72D297353CC}">
                <c16:uniqueId val="{00000001-FD2D-4197-9EEE-24AEB504FE24}"/>
              </c:ext>
            </c:extLst>
          </c:dPt>
          <c:dPt>
            <c:idx val="1"/>
            <c:bubble3D val="0"/>
            <c:spPr>
              <a:solidFill>
                <a:srgbClr val="464F4F"/>
              </a:solidFill>
              <a:ln w="19050">
                <a:noFill/>
              </a:ln>
              <a:effectLst/>
            </c:spPr>
            <c:extLst>
              <c:ext xmlns:c16="http://schemas.microsoft.com/office/drawing/2014/chart" uri="{C3380CC4-5D6E-409C-BE32-E72D297353CC}">
                <c16:uniqueId val="{00000003-FD2D-4197-9EEE-24AEB504FE24}"/>
              </c:ext>
            </c:extLst>
          </c:dPt>
          <c:dLbls>
            <c:dLbl>
              <c:idx val="0"/>
              <c:layout>
                <c:manualLayout>
                  <c:x val="-9.0268981322986747E-2"/>
                  <c:y val="0.11396187568945187"/>
                </c:manualLayout>
              </c:layout>
              <c:tx>
                <c:rich>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fld id="{D679731B-5F16-4AA2-B60E-D2F3F2B864E0}" type="CELLRANGE">
                      <a:rPr lang="en-US" b="1" i="0" smtClean="0">
                        <a:solidFill>
                          <a:schemeClr val="tx1"/>
                        </a:solidFill>
                        <a:cs typeface="Oracle Sans Tab Extra Bold" panose="020B0503020204020204" pitchFamily="34" charset="0"/>
                      </a:rPr>
                      <a:pPr>
                        <a:lnSpc>
                          <a:spcPct val="90000"/>
                        </a:lnSpc>
                        <a:defRPr sz="4800" b="1">
                          <a:solidFill>
                            <a:schemeClr val="tx1"/>
                          </a:solidFill>
                          <a:cs typeface="Oracle Sans Tab Extra Bold" panose="020B0503020204020204" pitchFamily="34" charset="0"/>
                        </a:defRPr>
                      </a:pPr>
                      <a:t>[CELLRANGE]</a:t>
                    </a:fld>
                    <a:endParaRPr lang="en-US" b="1" i="0" dirty="0">
                      <a:solidFill>
                        <a:schemeClr val="tx1"/>
                      </a:solidFill>
                      <a:cs typeface="Oracle Sans Tab Extra Bold" panose="020B0503020204020204" pitchFamily="34" charset="0"/>
                    </a:endParaRPr>
                  </a:p>
                  <a:p>
                    <a:pPr>
                      <a:lnSpc>
                        <a:spcPct val="90000"/>
                      </a:lnSpc>
                      <a:defRPr sz="4800" b="1">
                        <a:solidFill>
                          <a:schemeClr val="tx1"/>
                        </a:solidFill>
                        <a:cs typeface="Oracle Sans Tab Extra Bold" panose="020B0503020204020204" pitchFamily="34" charset="0"/>
                      </a:defRPr>
                    </a:pPr>
                    <a:r>
                      <a:rPr lang="en-US" sz="1400" b="1" i="0" dirty="0">
                        <a:solidFill>
                          <a:schemeClr val="tx1"/>
                        </a:solidFill>
                        <a:cs typeface="Oracle Sans Tab Extra Bold" panose="020B0503020204020204" pitchFamily="34" charset="0"/>
                      </a:rPr>
                      <a:t>Right</a:t>
                    </a:r>
                    <a:r>
                      <a:rPr lang="en-US" sz="1400" b="1" i="0" baseline="0" dirty="0">
                        <a:solidFill>
                          <a:schemeClr val="tx1"/>
                        </a:solidFill>
                        <a:cs typeface="Oracle Sans Tab Extra Bold" panose="020B0503020204020204" pitchFamily="34" charset="0"/>
                      </a:rPr>
                      <a:t> click to edit chart and text</a:t>
                    </a:r>
                  </a:p>
                </c:rich>
              </c:tx>
              <c:spPr>
                <a:noFill/>
                <a:ln>
                  <a:noFill/>
                </a:ln>
                <a:effectLst/>
              </c:spPr>
              <c:txPr>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endParaRPr lang="en-US"/>
                </a:p>
              </c:txPr>
              <c:showLegendKey val="0"/>
              <c:showVal val="0"/>
              <c:showCatName val="1"/>
              <c:showSerName val="0"/>
              <c:showPercent val="0"/>
              <c:showBubbleSize val="0"/>
              <c:separator>
</c:separator>
              <c:extLst>
                <c:ext xmlns:c15="http://schemas.microsoft.com/office/drawing/2012/chart" uri="{CE6537A1-D6FC-4f65-9D91-7224C49458BB}">
                  <c15:spPr xmlns:c15="http://schemas.microsoft.com/office/drawing/2012/chart">
                    <a:prstGeom prst="ellipse">
                      <a:avLst/>
                    </a:prstGeom>
                    <a:noFill/>
                    <a:ln>
                      <a:noFill/>
                    </a:ln>
                  </c15:spPr>
                  <c15:layout>
                    <c:manualLayout>
                      <c:w val="1"/>
                      <c:h val="1"/>
                    </c:manualLayout>
                  </c15:layout>
                  <c15:dlblFieldTable/>
                  <c15:showDataLabelsRange val="1"/>
                </c:ext>
                <c:ext xmlns:c16="http://schemas.microsoft.com/office/drawing/2014/chart" uri="{C3380CC4-5D6E-409C-BE32-E72D297353CC}">
                  <c16:uniqueId val="{00000001-FD2D-4197-9EEE-24AEB504FE24}"/>
                </c:ext>
              </c:extLst>
            </c:dLbl>
            <c:dLbl>
              <c:idx val="1"/>
              <c:tx>
                <c:rich>
                  <a:bodyPr/>
                  <a:lstStyle/>
                  <a:p>
                    <a:fld id="{9860DC0C-BCD0-427E-9B84-AB948ADD5EA5}" type="CELLRANGE">
                      <a:rPr lang="en-US"/>
                      <a:pPr/>
                      <a:t>[CELLRANGE]</a:t>
                    </a:fld>
                    <a:endParaRPr lang="en-US" baseline="0"/>
                  </a:p>
                  <a:p>
                    <a:fld id="{4DD7F722-BE2A-4EB7-AF8D-050575B6231B}" type="CATEGORYNAME">
                      <a:rPr lang="en-US"/>
                      <a:pPr/>
                      <a:t>[CATEGORY NAME]</a:t>
                    </a:fld>
                    <a:endParaRPr lang="en-US"/>
                  </a:p>
                </c:rich>
              </c:tx>
              <c:showLegendKey val="0"/>
              <c:showVal val="0"/>
              <c:showCatName val="1"/>
              <c:showSerName val="0"/>
              <c:showPercent val="0"/>
              <c:showBubbleSize val="0"/>
              <c:separator>
</c:separator>
              <c:extLst>
                <c:ext xmlns:c15="http://schemas.microsoft.com/office/drawing/2012/chart" uri="{CE6537A1-D6FC-4f65-9D91-7224C49458BB}">
                  <c15:layout>
                    <c:manualLayout>
                      <c:w val="0"/>
                      <c:h val="0"/>
                    </c:manualLayout>
                  </c15:layout>
                  <c15:dlblFieldTable/>
                  <c15:showDataLabelsRange val="1"/>
                </c:ext>
                <c:ext xmlns:c16="http://schemas.microsoft.com/office/drawing/2014/chart" uri="{C3380CC4-5D6E-409C-BE32-E72D297353CC}">
                  <c16:uniqueId val="{00000003-FD2D-4197-9EEE-24AEB504FE24}"/>
                </c:ext>
              </c:extLst>
            </c:dLbl>
            <c:numFmt formatCode="0%" sourceLinked="0"/>
            <c:spPr>
              <a:noFill/>
              <a:ln>
                <a:noFill/>
              </a:ln>
              <a:effectLst/>
            </c:spPr>
            <c:txPr>
              <a:bodyPr rot="0" spcFirstLastPara="1" vertOverflow="overflow" horzOverflow="overflow" vert="horz" wrap="square" lIns="0" tIns="0" rIns="0" bIns="0" anchor="ctr" anchorCtr="1">
                <a:normAutofit/>
              </a:bodyPr>
              <a:lstStyle/>
              <a:p>
                <a:pPr>
                  <a:defRPr sz="4800" b="1" i="0" u="none" strike="noStrike" kern="1200" baseline="0">
                    <a:solidFill>
                      <a:schemeClr val="tx1"/>
                    </a:solidFill>
                    <a:latin typeface="+mn-lt"/>
                    <a:ea typeface="+mn-ea"/>
                    <a:cs typeface="Oracle Sans Extra Bold" panose="020B0803020204020204" pitchFamily="34" charset="0"/>
                  </a:defRPr>
                </a:pPr>
                <a:endParaRPr lang="en-US"/>
              </a:p>
            </c:txPr>
            <c:showLegendKey val="0"/>
            <c:showVal val="0"/>
            <c:showCatName val="1"/>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ellipse">
                    <a:avLst/>
                  </a:prstGeom>
                  <a:noFill/>
                  <a:ln>
                    <a:noFill/>
                  </a:ln>
                </c15:spPr>
                <c15:showDataLabelsRange val="1"/>
              </c:ext>
            </c:extLst>
          </c:dLbls>
          <c:cat>
            <c:strRef>
              <c:f>Sheet1!$A$2:$A$3</c:f>
              <c:strCache>
                <c:ptCount val="2"/>
                <c:pt idx="0">
                  <c:v>Right click to edit chart and in yellow box you can edit this text.</c:v>
                </c:pt>
                <c:pt idx="1">
                  <c:v>2nd Qtr</c:v>
                </c:pt>
              </c:strCache>
            </c:strRef>
          </c:cat>
          <c:val>
            <c:numRef>
              <c:f>Sheet1!$B$2:$B$3</c:f>
              <c:numCache>
                <c:formatCode>0%</c:formatCode>
                <c:ptCount val="2"/>
                <c:pt idx="0">
                  <c:v>0.3</c:v>
                </c:pt>
                <c:pt idx="1">
                  <c:v>0.7</c:v>
                </c:pt>
              </c:numCache>
            </c:numRef>
          </c:val>
          <c:extLst>
            <c:ext xmlns:c15="http://schemas.microsoft.com/office/drawing/2012/chart" uri="{02D57815-91ED-43cb-92C2-25804820EDAC}">
              <c15:datalabelsRange>
                <c15:f>(Sheet1!$B$2,Sheet1!$C$2)</c15:f>
                <c15:dlblRangeCache>
                  <c:ptCount val="2"/>
                  <c:pt idx="0">
                    <c:v>30%</c:v>
                  </c:pt>
                </c15:dlblRangeCache>
              </c15:datalabelsRange>
            </c:ext>
            <c:ext xmlns:c16="http://schemas.microsoft.com/office/drawing/2014/chart" uri="{C3380CC4-5D6E-409C-BE32-E72D297353CC}">
              <c16:uniqueId val="{00000004-FD2D-4197-9EEE-24AEB504FE24}"/>
            </c:ext>
          </c:extLst>
        </c:ser>
        <c:dLbls>
          <c:showLegendKey val="0"/>
          <c:showVal val="1"/>
          <c:showCatName val="0"/>
          <c:showSerName val="0"/>
          <c:showPercent val="0"/>
          <c:showBubbleSize val="0"/>
          <c:showLeaderLines val="0"/>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549720157849678E-3"/>
          <c:y val="1.15905298268483E-2"/>
          <c:w val="0.9926805857952784"/>
          <c:h val="0.98840947017315173"/>
        </c:manualLayout>
      </c:layout>
      <c:doughnutChart>
        <c:varyColors val="1"/>
        <c:ser>
          <c:idx val="0"/>
          <c:order val="0"/>
          <c:tx>
            <c:strRef>
              <c:f>Sheet1!$B$1</c:f>
              <c:strCache>
                <c:ptCount val="1"/>
                <c:pt idx="0">
                  <c:v>Column2</c:v>
                </c:pt>
              </c:strCache>
            </c:strRef>
          </c:tx>
          <c:spPr>
            <a:ln>
              <a:noFill/>
            </a:ln>
          </c:spPr>
          <c:dPt>
            <c:idx val="0"/>
            <c:bubble3D val="0"/>
            <c:spPr>
              <a:solidFill>
                <a:schemeClr val="accent6"/>
              </a:solidFill>
              <a:ln w="19050">
                <a:noFill/>
              </a:ln>
              <a:effectLst/>
            </c:spPr>
            <c:extLst>
              <c:ext xmlns:c16="http://schemas.microsoft.com/office/drawing/2014/chart" uri="{C3380CC4-5D6E-409C-BE32-E72D297353CC}">
                <c16:uniqueId val="{00000001-FD2D-4197-9EEE-24AEB504FE24}"/>
              </c:ext>
            </c:extLst>
          </c:dPt>
          <c:dPt>
            <c:idx val="1"/>
            <c:bubble3D val="0"/>
            <c:spPr>
              <a:solidFill>
                <a:srgbClr val="464F4F"/>
              </a:solidFill>
              <a:ln w="19050">
                <a:noFill/>
              </a:ln>
              <a:effectLst/>
            </c:spPr>
            <c:extLst>
              <c:ext xmlns:c16="http://schemas.microsoft.com/office/drawing/2014/chart" uri="{C3380CC4-5D6E-409C-BE32-E72D297353CC}">
                <c16:uniqueId val="{00000003-FD2D-4197-9EEE-24AEB504FE24}"/>
              </c:ext>
            </c:extLst>
          </c:dPt>
          <c:dLbls>
            <c:dLbl>
              <c:idx val="0"/>
              <c:layout>
                <c:manualLayout>
                  <c:x val="-9.0268981322986747E-2"/>
                  <c:y val="0.11396187568945187"/>
                </c:manualLayout>
              </c:layout>
              <c:tx>
                <c:rich>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fld id="{D679731B-5F16-4AA2-B60E-D2F3F2B864E0}" type="CELLRANGE">
                      <a:rPr lang="en-US" b="1" i="0">
                        <a:solidFill>
                          <a:schemeClr val="tx1"/>
                        </a:solidFill>
                        <a:cs typeface="Oracle Sans Tab Extra Bold" panose="020B0503020204020204" pitchFamily="34" charset="0"/>
                      </a:rPr>
                      <a:pPr>
                        <a:lnSpc>
                          <a:spcPct val="90000"/>
                        </a:lnSpc>
                        <a:defRPr sz="4800" b="1">
                          <a:solidFill>
                            <a:schemeClr val="tx1"/>
                          </a:solidFill>
                          <a:cs typeface="Oracle Sans Tab Extra Bold" panose="020B0503020204020204" pitchFamily="34" charset="0"/>
                        </a:defRPr>
                      </a:pPr>
                      <a:t>[CELLRANGE]</a:t>
                    </a:fld>
                    <a:endParaRPr lang="en-US" b="1" i="0" baseline="0" dirty="0">
                      <a:solidFill>
                        <a:schemeClr val="tx1"/>
                      </a:solidFill>
                      <a:cs typeface="Oracle Sans Tab Extra Bold" panose="020B0503020204020204" pitchFamily="34" charset="0"/>
                    </a:endParaRPr>
                  </a:p>
                  <a:p>
                    <a:pPr>
                      <a:lnSpc>
                        <a:spcPct val="90000"/>
                      </a:lnSpc>
                      <a:defRPr sz="4800" b="1">
                        <a:solidFill>
                          <a:schemeClr val="tx1"/>
                        </a:solidFill>
                        <a:cs typeface="Oracle Sans Tab Extra Bold" panose="020B0503020204020204" pitchFamily="34" charset="0"/>
                      </a:defRPr>
                    </a:pPr>
                    <a:r>
                      <a:rPr lang="en-US" sz="1400" b="1" i="0" u="none" strike="noStrike" kern="1200" baseline="0" dirty="0">
                        <a:solidFill>
                          <a:schemeClr val="tx1"/>
                        </a:solidFill>
                        <a:cs typeface="Oracle Sans Tab Extra Bold" panose="020B0503020204020204" pitchFamily="34" charset="0"/>
                      </a:rPr>
                      <a:t>Right click to edit chart and text</a:t>
                    </a:r>
                  </a:p>
                </c:rich>
              </c:tx>
              <c:spPr>
                <a:noFill/>
                <a:ln>
                  <a:noFill/>
                </a:ln>
                <a:effectLst/>
              </c:spPr>
              <c:txPr>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endParaRPr lang="en-US"/>
                </a:p>
              </c:txPr>
              <c:showLegendKey val="0"/>
              <c:showVal val="0"/>
              <c:showCatName val="1"/>
              <c:showSerName val="0"/>
              <c:showPercent val="0"/>
              <c:showBubbleSize val="0"/>
              <c:separator>
</c:separator>
              <c:extLst>
                <c:ext xmlns:c15="http://schemas.microsoft.com/office/drawing/2012/chart" uri="{CE6537A1-D6FC-4f65-9D91-7224C49458BB}">
                  <c15:spPr xmlns:c15="http://schemas.microsoft.com/office/drawing/2012/chart">
                    <a:prstGeom prst="ellipse">
                      <a:avLst/>
                    </a:prstGeom>
                    <a:noFill/>
                    <a:ln>
                      <a:noFill/>
                    </a:ln>
                  </c15:spPr>
                  <c15:layout>
                    <c:manualLayout>
                      <c:w val="1"/>
                      <c:h val="1"/>
                    </c:manualLayout>
                  </c15:layout>
                  <c15:dlblFieldTable/>
                  <c15:showDataLabelsRange val="1"/>
                </c:ext>
                <c:ext xmlns:c16="http://schemas.microsoft.com/office/drawing/2014/chart" uri="{C3380CC4-5D6E-409C-BE32-E72D297353CC}">
                  <c16:uniqueId val="{00000001-FD2D-4197-9EEE-24AEB504FE24}"/>
                </c:ext>
              </c:extLst>
            </c:dLbl>
            <c:dLbl>
              <c:idx val="1"/>
              <c:tx>
                <c:rich>
                  <a:bodyPr/>
                  <a:lstStyle/>
                  <a:p>
                    <a:fld id="{9860DC0C-BCD0-427E-9B84-AB948ADD5EA5}" type="CELLRANGE">
                      <a:rPr lang="en-US"/>
                      <a:pPr/>
                      <a:t>[CELLRANGE]</a:t>
                    </a:fld>
                    <a:endParaRPr lang="en-US" baseline="0"/>
                  </a:p>
                  <a:p>
                    <a:fld id="{4DD7F722-BE2A-4EB7-AF8D-050575B6231B}" type="CATEGORYNAME">
                      <a:rPr lang="en-US"/>
                      <a:pPr/>
                      <a:t>[CATEGORY NAME]</a:t>
                    </a:fld>
                    <a:endParaRPr lang="en-US"/>
                  </a:p>
                </c:rich>
              </c:tx>
              <c:showLegendKey val="0"/>
              <c:showVal val="0"/>
              <c:showCatName val="1"/>
              <c:showSerName val="0"/>
              <c:showPercent val="0"/>
              <c:showBubbleSize val="0"/>
              <c:separator>
</c:separator>
              <c:extLst>
                <c:ext xmlns:c15="http://schemas.microsoft.com/office/drawing/2012/chart" uri="{CE6537A1-D6FC-4f65-9D91-7224C49458BB}">
                  <c15:layout>
                    <c:manualLayout>
                      <c:w val="0"/>
                      <c:h val="0"/>
                    </c:manualLayout>
                  </c15:layout>
                  <c15:dlblFieldTable/>
                  <c15:showDataLabelsRange val="1"/>
                </c:ext>
                <c:ext xmlns:c16="http://schemas.microsoft.com/office/drawing/2014/chart" uri="{C3380CC4-5D6E-409C-BE32-E72D297353CC}">
                  <c16:uniqueId val="{00000003-FD2D-4197-9EEE-24AEB504FE24}"/>
                </c:ext>
              </c:extLst>
            </c:dLbl>
            <c:numFmt formatCode="0%" sourceLinked="0"/>
            <c:spPr>
              <a:noFill/>
              <a:ln>
                <a:noFill/>
              </a:ln>
              <a:effectLst/>
            </c:spPr>
            <c:txPr>
              <a:bodyPr rot="0" spcFirstLastPara="1" vertOverflow="overflow" horzOverflow="overflow" vert="horz" wrap="square" lIns="0" tIns="0" rIns="0" bIns="0" anchor="ctr" anchorCtr="1">
                <a:normAutofit/>
              </a:bodyPr>
              <a:lstStyle/>
              <a:p>
                <a:pPr>
                  <a:defRPr sz="4800" b="1" i="0" u="none" strike="noStrike" kern="1200" baseline="0">
                    <a:solidFill>
                      <a:schemeClr val="tx1"/>
                    </a:solidFill>
                    <a:latin typeface="+mn-lt"/>
                    <a:ea typeface="+mn-ea"/>
                    <a:cs typeface="Oracle Sans Extra Bold" panose="020B0803020204020204" pitchFamily="34" charset="0"/>
                  </a:defRPr>
                </a:pPr>
                <a:endParaRPr lang="en-US"/>
              </a:p>
            </c:txPr>
            <c:showLegendKey val="0"/>
            <c:showVal val="0"/>
            <c:showCatName val="1"/>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ellipse">
                    <a:avLst/>
                  </a:prstGeom>
                  <a:noFill/>
                  <a:ln>
                    <a:noFill/>
                  </a:ln>
                </c15:spPr>
                <c15:showDataLabelsRange val="1"/>
              </c:ext>
            </c:extLst>
          </c:dLbls>
          <c:cat>
            <c:strRef>
              <c:f>Sheet1!$A$2:$A$3</c:f>
              <c:strCache>
                <c:ptCount val="2"/>
                <c:pt idx="0">
                  <c:v>Right click to edit chart and in yellow box you can edit this text.</c:v>
                </c:pt>
                <c:pt idx="1">
                  <c:v>2nd Qtr</c:v>
                </c:pt>
              </c:strCache>
            </c:strRef>
          </c:cat>
          <c:val>
            <c:numRef>
              <c:f>Sheet1!$B$2:$B$3</c:f>
              <c:numCache>
                <c:formatCode>0%</c:formatCode>
                <c:ptCount val="2"/>
                <c:pt idx="0">
                  <c:v>0.3</c:v>
                </c:pt>
                <c:pt idx="1">
                  <c:v>0.7</c:v>
                </c:pt>
              </c:numCache>
            </c:numRef>
          </c:val>
          <c:extLst>
            <c:ext xmlns:c15="http://schemas.microsoft.com/office/drawing/2012/chart" uri="{02D57815-91ED-43cb-92C2-25804820EDAC}">
              <c15:datalabelsRange>
                <c15:f>(Sheet1!$B$2,Sheet1!$C$2)</c15:f>
                <c15:dlblRangeCache>
                  <c:ptCount val="2"/>
                  <c:pt idx="0">
                    <c:v>30%</c:v>
                  </c:pt>
                </c15:dlblRangeCache>
              </c15:datalabelsRange>
            </c:ext>
            <c:ext xmlns:c16="http://schemas.microsoft.com/office/drawing/2014/chart" uri="{C3380CC4-5D6E-409C-BE32-E72D297353CC}">
              <c16:uniqueId val="{00000004-FD2D-4197-9EEE-24AEB504FE24}"/>
            </c:ext>
          </c:extLst>
        </c:ser>
        <c:dLbls>
          <c:showLegendKey val="0"/>
          <c:showVal val="1"/>
          <c:showCatName val="0"/>
          <c:showSerName val="0"/>
          <c:showPercent val="0"/>
          <c:showBubbleSize val="0"/>
          <c:showLeaderLines val="0"/>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549720157849678E-3"/>
          <c:y val="1.15905298268483E-2"/>
          <c:w val="0.9926805857952784"/>
          <c:h val="0.98840947017315173"/>
        </c:manualLayout>
      </c:layout>
      <c:doughnutChart>
        <c:varyColors val="1"/>
        <c:ser>
          <c:idx val="0"/>
          <c:order val="0"/>
          <c:tx>
            <c:strRef>
              <c:f>Sheet1!$B$1</c:f>
              <c:strCache>
                <c:ptCount val="1"/>
                <c:pt idx="0">
                  <c:v>Column2</c:v>
                </c:pt>
              </c:strCache>
            </c:strRef>
          </c:tx>
          <c:spPr>
            <a:ln>
              <a:noFill/>
            </a:ln>
          </c:spPr>
          <c:dPt>
            <c:idx val="0"/>
            <c:bubble3D val="0"/>
            <c:spPr>
              <a:solidFill>
                <a:schemeClr val="accent6"/>
              </a:solidFill>
              <a:ln w="19050">
                <a:noFill/>
              </a:ln>
              <a:effectLst/>
            </c:spPr>
            <c:extLst>
              <c:ext xmlns:c16="http://schemas.microsoft.com/office/drawing/2014/chart" uri="{C3380CC4-5D6E-409C-BE32-E72D297353CC}">
                <c16:uniqueId val="{00000001-FD2D-4197-9EEE-24AEB504FE24}"/>
              </c:ext>
            </c:extLst>
          </c:dPt>
          <c:dPt>
            <c:idx val="1"/>
            <c:bubble3D val="0"/>
            <c:spPr>
              <a:solidFill>
                <a:srgbClr val="464F4F"/>
              </a:solidFill>
              <a:ln w="19050">
                <a:noFill/>
              </a:ln>
              <a:effectLst/>
            </c:spPr>
            <c:extLst>
              <c:ext xmlns:c16="http://schemas.microsoft.com/office/drawing/2014/chart" uri="{C3380CC4-5D6E-409C-BE32-E72D297353CC}">
                <c16:uniqueId val="{00000003-FD2D-4197-9EEE-24AEB504FE24}"/>
              </c:ext>
            </c:extLst>
          </c:dPt>
          <c:dLbls>
            <c:dLbl>
              <c:idx val="0"/>
              <c:layout>
                <c:manualLayout>
                  <c:x val="-9.0268981322986747E-2"/>
                  <c:y val="0.11396187568945187"/>
                </c:manualLayout>
              </c:layout>
              <c:tx>
                <c:rich>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fld id="{D679731B-5F16-4AA2-B60E-D2F3F2B864E0}" type="CELLRANGE">
                      <a:rPr lang="en-US" b="1" i="0">
                        <a:solidFill>
                          <a:schemeClr val="tx1"/>
                        </a:solidFill>
                        <a:cs typeface="Oracle Sans Tab Extra Bold" panose="020B0503020204020204" pitchFamily="34" charset="0"/>
                      </a:rPr>
                      <a:pPr>
                        <a:lnSpc>
                          <a:spcPct val="90000"/>
                        </a:lnSpc>
                        <a:defRPr sz="4800" b="1">
                          <a:solidFill>
                            <a:schemeClr val="tx1"/>
                          </a:solidFill>
                          <a:cs typeface="Oracle Sans Tab Extra Bold" panose="020B0503020204020204" pitchFamily="34" charset="0"/>
                        </a:defRPr>
                      </a:pPr>
                      <a:t>[CELLRANGE]</a:t>
                    </a:fld>
                    <a:endParaRPr lang="en-US" b="1" i="0" baseline="0" dirty="0">
                      <a:solidFill>
                        <a:schemeClr val="tx1"/>
                      </a:solidFill>
                      <a:cs typeface="Oracle Sans Tab Extra Bold" panose="020B0503020204020204" pitchFamily="34" charset="0"/>
                    </a:endParaRPr>
                  </a:p>
                  <a:p>
                    <a:pPr>
                      <a:lnSpc>
                        <a:spcPct val="90000"/>
                      </a:lnSpc>
                      <a:defRPr sz="4800" b="1">
                        <a:solidFill>
                          <a:schemeClr val="tx1"/>
                        </a:solidFill>
                        <a:cs typeface="Oracle Sans Tab Extra Bold" panose="020B0503020204020204" pitchFamily="34" charset="0"/>
                      </a:defRPr>
                    </a:pPr>
                    <a:r>
                      <a:rPr lang="en-US" sz="1400" b="1" i="0" u="none" strike="noStrike" kern="1200" baseline="0" dirty="0">
                        <a:solidFill>
                          <a:schemeClr val="tx1"/>
                        </a:solidFill>
                        <a:cs typeface="Oracle Sans Tab Extra Bold" panose="020B0503020204020204" pitchFamily="34" charset="0"/>
                      </a:rPr>
                      <a:t>Right click to edit chart and text</a:t>
                    </a:r>
                  </a:p>
                </c:rich>
              </c:tx>
              <c:spPr>
                <a:noFill/>
                <a:ln>
                  <a:noFill/>
                </a:ln>
                <a:effectLst/>
              </c:spPr>
              <c:txPr>
                <a:bodyPr rot="0" spcFirstLastPara="1" vertOverflow="overflow" horzOverflow="overflow" vert="horz" wrap="square" lIns="182880" tIns="182880" rIns="182880" bIns="182880" anchor="ctr" anchorCtr="1">
                  <a:normAutofit/>
                </a:bodyPr>
                <a:lstStyle/>
                <a:p>
                  <a:pPr>
                    <a:lnSpc>
                      <a:spcPct val="90000"/>
                    </a:lnSpc>
                    <a:defRPr sz="4800" b="1" i="0" u="none" strike="noStrike" kern="1200" baseline="0">
                      <a:solidFill>
                        <a:schemeClr val="tx1"/>
                      </a:solidFill>
                      <a:latin typeface="+mn-lt"/>
                      <a:ea typeface="+mn-ea"/>
                      <a:cs typeface="Oracle Sans Tab Extra Bold" panose="020B0503020204020204" pitchFamily="34" charset="0"/>
                    </a:defRPr>
                  </a:pPr>
                  <a:endParaRPr lang="en-US"/>
                </a:p>
              </c:txPr>
              <c:showLegendKey val="0"/>
              <c:showVal val="0"/>
              <c:showCatName val="1"/>
              <c:showSerName val="0"/>
              <c:showPercent val="0"/>
              <c:showBubbleSize val="0"/>
              <c:separator>
</c:separator>
              <c:extLst>
                <c:ext xmlns:c15="http://schemas.microsoft.com/office/drawing/2012/chart" uri="{CE6537A1-D6FC-4f65-9D91-7224C49458BB}">
                  <c15:spPr xmlns:c15="http://schemas.microsoft.com/office/drawing/2012/chart">
                    <a:prstGeom prst="ellipse">
                      <a:avLst/>
                    </a:prstGeom>
                    <a:noFill/>
                    <a:ln>
                      <a:noFill/>
                    </a:ln>
                  </c15:spPr>
                  <c15:layout>
                    <c:manualLayout>
                      <c:w val="1"/>
                      <c:h val="1"/>
                    </c:manualLayout>
                  </c15:layout>
                  <c15:dlblFieldTable/>
                  <c15:showDataLabelsRange val="1"/>
                </c:ext>
                <c:ext xmlns:c16="http://schemas.microsoft.com/office/drawing/2014/chart" uri="{C3380CC4-5D6E-409C-BE32-E72D297353CC}">
                  <c16:uniqueId val="{00000001-FD2D-4197-9EEE-24AEB504FE24}"/>
                </c:ext>
              </c:extLst>
            </c:dLbl>
            <c:dLbl>
              <c:idx val="1"/>
              <c:tx>
                <c:rich>
                  <a:bodyPr/>
                  <a:lstStyle/>
                  <a:p>
                    <a:fld id="{9860DC0C-BCD0-427E-9B84-AB948ADD5EA5}" type="CELLRANGE">
                      <a:rPr lang="en-US"/>
                      <a:pPr/>
                      <a:t>[CELLRANGE]</a:t>
                    </a:fld>
                    <a:endParaRPr lang="en-US" baseline="0"/>
                  </a:p>
                  <a:p>
                    <a:fld id="{4DD7F722-BE2A-4EB7-AF8D-050575B6231B}" type="CATEGORYNAME">
                      <a:rPr lang="en-US"/>
                      <a:pPr/>
                      <a:t>[CATEGORY NAME]</a:t>
                    </a:fld>
                    <a:endParaRPr lang="en-US"/>
                  </a:p>
                </c:rich>
              </c:tx>
              <c:showLegendKey val="0"/>
              <c:showVal val="0"/>
              <c:showCatName val="1"/>
              <c:showSerName val="0"/>
              <c:showPercent val="0"/>
              <c:showBubbleSize val="0"/>
              <c:separator>
</c:separator>
              <c:extLst>
                <c:ext xmlns:c15="http://schemas.microsoft.com/office/drawing/2012/chart" uri="{CE6537A1-D6FC-4f65-9D91-7224C49458BB}">
                  <c15:layout>
                    <c:manualLayout>
                      <c:w val="0"/>
                      <c:h val="0"/>
                    </c:manualLayout>
                  </c15:layout>
                  <c15:dlblFieldTable/>
                  <c15:showDataLabelsRange val="1"/>
                </c:ext>
                <c:ext xmlns:c16="http://schemas.microsoft.com/office/drawing/2014/chart" uri="{C3380CC4-5D6E-409C-BE32-E72D297353CC}">
                  <c16:uniqueId val="{00000003-FD2D-4197-9EEE-24AEB504FE24}"/>
                </c:ext>
              </c:extLst>
            </c:dLbl>
            <c:numFmt formatCode="0%" sourceLinked="0"/>
            <c:spPr>
              <a:noFill/>
              <a:ln>
                <a:noFill/>
              </a:ln>
              <a:effectLst/>
            </c:spPr>
            <c:txPr>
              <a:bodyPr rot="0" spcFirstLastPara="1" vertOverflow="overflow" horzOverflow="overflow" vert="horz" wrap="square" lIns="0" tIns="0" rIns="0" bIns="0" anchor="ctr" anchorCtr="1">
                <a:normAutofit/>
              </a:bodyPr>
              <a:lstStyle/>
              <a:p>
                <a:pPr>
                  <a:defRPr sz="4800" b="1" i="0" u="none" strike="noStrike" kern="1200" baseline="0">
                    <a:solidFill>
                      <a:schemeClr val="accent4"/>
                    </a:solidFill>
                    <a:latin typeface="+mn-lt"/>
                    <a:ea typeface="+mn-ea"/>
                    <a:cs typeface="Oracle Sans Extra Bold" panose="020B0803020204020204" pitchFamily="34" charset="0"/>
                  </a:defRPr>
                </a:pPr>
                <a:endParaRPr lang="en-US"/>
              </a:p>
            </c:txPr>
            <c:showLegendKey val="0"/>
            <c:showVal val="0"/>
            <c:showCatName val="1"/>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ellipse">
                    <a:avLst/>
                  </a:prstGeom>
                  <a:noFill/>
                  <a:ln>
                    <a:noFill/>
                  </a:ln>
                </c15:spPr>
                <c15:showDataLabelsRange val="1"/>
              </c:ext>
            </c:extLst>
          </c:dLbls>
          <c:cat>
            <c:strRef>
              <c:f>Sheet1!$A$2:$A$3</c:f>
              <c:strCache>
                <c:ptCount val="2"/>
                <c:pt idx="0">
                  <c:v>Right click to edit chart and in yellow box you can edit this text.</c:v>
                </c:pt>
                <c:pt idx="1">
                  <c:v>2nd Qtr</c:v>
                </c:pt>
              </c:strCache>
            </c:strRef>
          </c:cat>
          <c:val>
            <c:numRef>
              <c:f>Sheet1!$B$2:$B$3</c:f>
              <c:numCache>
                <c:formatCode>0%</c:formatCode>
                <c:ptCount val="2"/>
                <c:pt idx="0">
                  <c:v>0.3</c:v>
                </c:pt>
                <c:pt idx="1">
                  <c:v>0.7</c:v>
                </c:pt>
              </c:numCache>
            </c:numRef>
          </c:val>
          <c:extLst>
            <c:ext xmlns:c15="http://schemas.microsoft.com/office/drawing/2012/chart" uri="{02D57815-91ED-43cb-92C2-25804820EDAC}">
              <c15:datalabelsRange>
                <c15:f>(Sheet1!$B$2,Sheet1!$C$2)</c15:f>
                <c15:dlblRangeCache>
                  <c:ptCount val="2"/>
                  <c:pt idx="0">
                    <c:v>30%</c:v>
                  </c:pt>
                </c15:dlblRangeCache>
              </c15:datalabelsRange>
            </c:ext>
            <c:ext xmlns:c16="http://schemas.microsoft.com/office/drawing/2014/chart" uri="{C3380CC4-5D6E-409C-BE32-E72D297353CC}">
              <c16:uniqueId val="{00000004-FD2D-4197-9EEE-24AEB504FE24}"/>
            </c:ext>
          </c:extLst>
        </c:ser>
        <c:dLbls>
          <c:showLegendKey val="0"/>
          <c:showVal val="1"/>
          <c:showCatName val="0"/>
          <c:showSerName val="0"/>
          <c:showPercent val="0"/>
          <c:showBubbleSize val="0"/>
          <c:showLeaderLines val="0"/>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F0CC71"/>
              </a:solidFill>
              <a:ln>
                <a:noFill/>
              </a:ln>
              <a:effectLst/>
              <a:scene3d>
                <a:camera prst="orthographicFront"/>
                <a:lightRig rig="brightRoom" dir="t"/>
              </a:scene3d>
              <a:sp3d prstMaterial="flat">
                <a:contourClr>
                  <a:srgbClr val="000000"/>
                </a:contourClr>
              </a:sp3d>
            </c:spPr>
            <c:extLst>
              <c:ext xmlns:c16="http://schemas.microsoft.com/office/drawing/2014/chart" uri="{C3380CC4-5D6E-409C-BE32-E72D297353CC}">
                <c16:uniqueId val="{00000002-3781-B14F-AC46-08DC173891B9}"/>
              </c:ext>
            </c:extLst>
          </c:dPt>
          <c:dPt>
            <c:idx val="1"/>
            <c:bubble3D val="0"/>
            <c:spPr>
              <a:solidFill>
                <a:srgbClr val="E7F2F2"/>
              </a:solidFill>
              <a:ln>
                <a:noFill/>
              </a:ln>
              <a:effectLst/>
              <a:scene3d>
                <a:camera prst="orthographicFront"/>
                <a:lightRig rig="brightRoom" dir="t"/>
              </a:scene3d>
              <a:sp3d prstMaterial="flat">
                <a:contourClr>
                  <a:srgbClr val="000000"/>
                </a:contourClr>
              </a:sp3d>
            </c:spPr>
            <c:extLst>
              <c:ext xmlns:c16="http://schemas.microsoft.com/office/drawing/2014/chart" uri="{C3380CC4-5D6E-409C-BE32-E72D297353CC}">
                <c16:uniqueId val="{00000003-3781-B14F-AC46-08DC173891B9}"/>
              </c:ext>
            </c:extLst>
          </c:dPt>
          <c:dPt>
            <c:idx val="2"/>
            <c:bubble3D val="0"/>
            <c:spPr>
              <a:solidFill>
                <a:schemeClr val="accent5"/>
              </a:solidFill>
              <a:ln>
                <a:noFill/>
              </a:ln>
              <a:effectLst/>
              <a:scene3d>
                <a:camera prst="orthographicFront"/>
                <a:lightRig rig="brightRoom" dir="t"/>
              </a:scene3d>
              <a:sp3d prstMaterial="flat">
                <a:contourClr>
                  <a:srgbClr val="000000"/>
                </a:contourClr>
              </a:sp3d>
            </c:spPr>
            <c:extLst>
              <c:ext xmlns:c16="http://schemas.microsoft.com/office/drawing/2014/chart" uri="{C3380CC4-5D6E-409C-BE32-E72D297353CC}">
                <c16:uniqueId val="{00000005-3781-B14F-AC46-08DC173891B9}"/>
              </c:ext>
            </c:extLst>
          </c:dPt>
          <c:dPt>
            <c:idx val="3"/>
            <c:bubble3D val="0"/>
            <c:spPr>
              <a:solidFill>
                <a:srgbClr val="CE9BA7"/>
              </a:solidFill>
              <a:ln>
                <a:noFill/>
              </a:ln>
              <a:effectLst/>
              <a:scene3d>
                <a:camera prst="orthographicFront"/>
                <a:lightRig rig="brightRoom" dir="t"/>
              </a:scene3d>
              <a:sp3d prstMaterial="flat">
                <a:contourClr>
                  <a:srgbClr val="000000"/>
                </a:contourClr>
              </a:sp3d>
            </c:spPr>
            <c:extLst>
              <c:ext xmlns:c16="http://schemas.microsoft.com/office/drawing/2014/chart" uri="{C3380CC4-5D6E-409C-BE32-E72D297353CC}">
                <c16:uniqueId val="{00000004-3781-B14F-AC46-08DC173891B9}"/>
              </c:ext>
            </c:extLst>
          </c:dPt>
          <c:dLbls>
            <c:delete val="1"/>
          </c:dLbls>
          <c:cat>
            <c:strRef>
              <c:f>Sheet1!$A$2:$A$5</c:f>
              <c:strCache>
                <c:ptCount val="4"/>
                <c:pt idx="0">
                  <c:v>1st Qtr</c:v>
                </c:pt>
                <c:pt idx="1">
                  <c:v>2nd Qtr</c:v>
                </c:pt>
                <c:pt idx="2">
                  <c:v>3rd Qtr</c:v>
                </c:pt>
                <c:pt idx="3">
                  <c:v>4th Qtr</c:v>
                </c:pt>
              </c:strCache>
            </c:strRef>
          </c:cat>
          <c:val>
            <c:numRef>
              <c:f>Sheet1!$B$2:$B$5</c:f>
              <c:numCache>
                <c:formatCode>General</c:formatCode>
                <c:ptCount val="4"/>
                <c:pt idx="0">
                  <c:v>90</c:v>
                </c:pt>
                <c:pt idx="1">
                  <c:v>90</c:v>
                </c:pt>
                <c:pt idx="2">
                  <c:v>90</c:v>
                </c:pt>
                <c:pt idx="3">
                  <c:v>90</c:v>
                </c:pt>
              </c:numCache>
            </c:numRef>
          </c:val>
          <c:extLst>
            <c:ext xmlns:c16="http://schemas.microsoft.com/office/drawing/2014/chart" uri="{C3380CC4-5D6E-409C-BE32-E72D297353CC}">
              <c16:uniqueId val="{00000000-3781-B14F-AC46-08DC173891B9}"/>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mn-lt"/>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mn-lt"/>
              </a:defRPr>
            </a:lvl1pPr>
          </a:lstStyle>
          <a:p>
            <a:fld id="{4F9C25BA-F9B0-4418-8CA0-3A9DF1256BA5}" type="datetimeFigureOut">
              <a:rPr lang="en-US" smtClean="0"/>
              <a:pPr/>
              <a:t>2/11/26</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mn-lt"/>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mn-lt"/>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pPr/>
              <a:t>2</a:t>
            </a:fld>
            <a:endParaRPr lang="en-US" dirty="0"/>
          </a:p>
        </p:txBody>
      </p:sp>
    </p:spTree>
    <p:extLst>
      <p:ext uri="{BB962C8B-B14F-4D97-AF65-F5344CB8AC3E}">
        <p14:creationId xmlns:p14="http://schemas.microsoft.com/office/powerpoint/2010/main" val="3565373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pPr/>
              <a:t>26</a:t>
            </a:fld>
            <a:endParaRPr lang="en-US" dirty="0"/>
          </a:p>
        </p:txBody>
      </p:sp>
    </p:spTree>
    <p:extLst>
      <p:ext uri="{BB962C8B-B14F-4D97-AF65-F5344CB8AC3E}">
        <p14:creationId xmlns:p14="http://schemas.microsoft.com/office/powerpoint/2010/main" val="113949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DC5964-3162-43B5-B1EC-63C8D166D7D3}" type="slidenum">
              <a:rPr lang="en-US" smtClean="0"/>
              <a:pPr/>
              <a:t>32</a:t>
            </a:fld>
            <a:endParaRPr lang="en-US" dirty="0"/>
          </a:p>
        </p:txBody>
      </p:sp>
    </p:spTree>
    <p:extLst>
      <p:ext uri="{BB962C8B-B14F-4D97-AF65-F5344CB8AC3E}">
        <p14:creationId xmlns:p14="http://schemas.microsoft.com/office/powerpoint/2010/main" val="701557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pPr/>
              <a:t>37</a:t>
            </a:fld>
            <a:endParaRPr lang="en-US" dirty="0"/>
          </a:p>
        </p:txBody>
      </p:sp>
    </p:spTree>
    <p:extLst>
      <p:ext uri="{BB962C8B-B14F-4D97-AF65-F5344CB8AC3E}">
        <p14:creationId xmlns:p14="http://schemas.microsoft.com/office/powerpoint/2010/main" val="3205766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emf"/><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emf"/><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9.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41.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 Title_Pillar">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E11E25-C771-5005-3137-A5673FC27B2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6" name="Oracle Logo" descr="Oracle Logo">
            <a:extLst>
              <a:ext uri="{FF2B5EF4-FFF2-40B4-BE49-F238E27FC236}">
                <a16:creationId xmlns:a16="http://schemas.microsoft.com/office/drawing/2014/main" id="{9CEE2768-B645-2FE2-4588-531E1F7B3BD4}"/>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pic>
        <p:nvPicPr>
          <p:cNvPr id="14" name="OTag" descr="A small square in Oracle Red with the Oracle logo in the center in white">
            <a:extLst>
              <a:ext uri="{FF2B5EF4-FFF2-40B4-BE49-F238E27FC236}">
                <a16:creationId xmlns:a16="http://schemas.microsoft.com/office/drawing/2014/main" id="{F389D100-FFFC-F617-D7BB-53DD869F0D5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5"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6863E062-D1CC-8F7F-B35F-ADAF6BDE7196}"/>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992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_Pillar">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E9E8FD7-3B27-6D98-CDF8-03B96EAE4D8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993B935A-285A-BFFA-E1F4-E79FEB4F979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7" name="Subhead">
            <a:extLst>
              <a:ext uri="{FF2B5EF4-FFF2-40B4-BE49-F238E27FC236}">
                <a16:creationId xmlns:a16="http://schemas.microsoft.com/office/drawing/2014/main" id="{EFFF89DD-9D0E-59AA-468D-56F8DF0173D0}"/>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72DF4953-83D4-E63F-FAE9-12C7C69CAF76}"/>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3939284-5D96-A771-F7CE-39D3A9ADA08C}"/>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pic>
        <p:nvPicPr>
          <p:cNvPr id="10" name="Oracle Logo" descr="Oracle Logo">
            <a:extLst>
              <a:ext uri="{FF2B5EF4-FFF2-40B4-BE49-F238E27FC236}">
                <a16:creationId xmlns:a16="http://schemas.microsoft.com/office/drawing/2014/main" id="{510A29EB-A69A-C86E-648C-CFF0A2762DCA}"/>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pic>
        <p:nvPicPr>
          <p:cNvPr id="13" name="OTag" descr="A small square in Oracle Red with the Oracle logo in the center in white">
            <a:extLst>
              <a:ext uri="{FF2B5EF4-FFF2-40B4-BE49-F238E27FC236}">
                <a16:creationId xmlns:a16="http://schemas.microsoft.com/office/drawing/2014/main" id="{BB472E52-9049-8F88-829D-93C385311F2B}"/>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5"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Accent mark">
            <a:extLst>
              <a:ext uri="{FF2B5EF4-FFF2-40B4-BE49-F238E27FC236}">
                <a16:creationId xmlns:a16="http://schemas.microsoft.com/office/drawing/2014/main" id="{F6C8D001-5C68-50FD-8A15-9F62CD4FCCF2}"/>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475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 Title_2">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92A7232-5506-CF74-ABAC-596E66DF6213}"/>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BE95545E-FF7C-FA0C-6AC2-06B9FD536E40}"/>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BE9B241-6CCA-C350-8E9C-CBFF15AC920B}"/>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D30678C3-79B5-61B9-5BD6-D4D2E38C4E2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pic>
        <p:nvPicPr>
          <p:cNvPr id="14" name="Picture 13">
            <a:extLst>
              <a:ext uri="{FF2B5EF4-FFF2-40B4-BE49-F238E27FC236}">
                <a16:creationId xmlns:a16="http://schemas.microsoft.com/office/drawing/2014/main" id="{761CEBF1-2CD2-4E62-6E9D-873094DB16E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34250" b="38000"/>
          <a:stretch/>
        </p:blipFill>
        <p:spPr>
          <a:xfrm>
            <a:off x="4175780" y="0"/>
            <a:ext cx="8016219" cy="4251947"/>
          </a:xfrm>
          <a:prstGeom prst="rect">
            <a:avLst/>
          </a:prstGeom>
        </p:spPr>
      </p:pic>
      <p:sp>
        <p:nvSpPr>
          <p:cNvPr id="5" name="Slide Number Placeholder 4">
            <a:extLst>
              <a:ext uri="{FF2B5EF4-FFF2-40B4-BE49-F238E27FC236}">
                <a16:creationId xmlns:a16="http://schemas.microsoft.com/office/drawing/2014/main" id="{AE2FA60F-BC05-9DFE-3A03-811A5C61BAE6}"/>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04F087-6972-AA39-00DB-C10EDEB80749}"/>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6891A512-3F6B-08FA-3574-4BF50D31E5E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B928B4F-1E89-D2DF-1BE1-69DBA7C5E4D4}"/>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5F9B697F-5404-108B-4B52-A27DAB8F742D}"/>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1667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 Title_2">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96204AF-CFD8-7CED-4E39-54AF670244A8}"/>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FC046655-F632-39CF-A827-AEF7BEDCA8A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396B045C-5351-70B5-4F7C-3804C75BD4B2}"/>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997BC39A-E5C4-5AD8-8642-A190BFB4DF55}"/>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pic>
        <p:nvPicPr>
          <p:cNvPr id="12" name="Picture 11">
            <a:extLst>
              <a:ext uri="{FF2B5EF4-FFF2-40B4-BE49-F238E27FC236}">
                <a16:creationId xmlns:a16="http://schemas.microsoft.com/office/drawing/2014/main" id="{CBA719C0-D9A1-1596-0F80-33933F8F008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32750" b="38000"/>
          <a:stretch/>
        </p:blipFill>
        <p:spPr>
          <a:xfrm>
            <a:off x="3992902" y="0"/>
            <a:ext cx="8199097" cy="4251948"/>
          </a:xfrm>
          <a:prstGeom prst="rect">
            <a:avLst/>
          </a:prstGeom>
        </p:spPr>
      </p:pic>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1534211D-94C1-6321-2BC4-792C1D136914}"/>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F3B22FDD-1B93-0A37-25CC-77AE4A31F45E}"/>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3059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full-image">
    <p:bg>
      <p:bgRef idx="1001">
        <a:schemeClr val="bg2"/>
      </p:bgRef>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 title</a:t>
            </a:r>
            <a:br>
              <a:rPr lang="en-US" dirty="0"/>
            </a:br>
            <a:r>
              <a:rPr lang="en-US" dirty="0"/>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3433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Cov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745EE5B-9C14-4DF6-7ECF-3B850514DAA4}"/>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Health &amp; Life Sciences </a:t>
            </a:r>
            <a:br>
              <a:rPr lang="en-US" dirty="0"/>
            </a:br>
            <a:r>
              <a:rPr lang="en-US" dirty="0"/>
              <a:t>Title (up to two lines)</a:t>
            </a:r>
          </a:p>
        </p:txBody>
      </p:sp>
      <p:sp>
        <p:nvSpPr>
          <p:cNvPr id="8" name="Subhead">
            <a:extLst>
              <a:ext uri="{FF2B5EF4-FFF2-40B4-BE49-F238E27FC236}">
                <a16:creationId xmlns:a16="http://schemas.microsoft.com/office/drawing/2014/main" id="{963CCACE-E1BA-B49E-CFB8-0B77CDCFE79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F8BD25F6-9734-8037-1C67-1A99384E68CA}"/>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754A77E7-2B50-3BBF-5653-BC60AF4CA831}"/>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6" name="Footer Placeholder 5">
            <a:extLst>
              <a:ext uri="{FF2B5EF4-FFF2-40B4-BE49-F238E27FC236}">
                <a16:creationId xmlns:a16="http://schemas.microsoft.com/office/drawing/2014/main" id="{1B6DA0C6-D822-15F6-04DD-B18D3E44619C}"/>
              </a:ext>
            </a:extLst>
          </p:cNvPr>
          <p:cNvSpPr txBox="1">
            <a:spLocks/>
          </p:cNvSpPr>
          <p:nvPr userDrawn="1"/>
        </p:nvSpPr>
        <p:spPr>
          <a:xfrm>
            <a:off x="792538" y="5850115"/>
            <a:ext cx="6845809" cy="885046"/>
          </a:xfrm>
          <a:prstGeom prst="rect">
            <a:avLst/>
          </a:prstGeom>
        </p:spPr>
        <p:txBody>
          <a:bodyPr lIns="0" tIns="0" rIns="0" bIns="0" anchor="b"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dirty="0">
                <a:solidFill>
                  <a:schemeClr val="tx1"/>
                </a:solidFill>
                <a:effectLst/>
                <a:latin typeface="Oracle Sans Tab" panose="020B0503020204020204" pitchFamily="34" charset="0"/>
                <a:cs typeface="Oracle Sans Tab" panose="020B0503020204020204" pitchFamily="34" charset="0"/>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a:ext uri="{FF2B5EF4-FFF2-40B4-BE49-F238E27FC236}">
                <a16:creationId xmlns:a16="http://schemas.microsoft.com/office/drawing/2014/main" id="{7240816A-A8A3-D504-F672-2ACA6ABC217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C7B878C-7245-36C9-328A-025A91624A3E}"/>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92E9260-E0B5-9C63-CE19-3A9F3785B887}"/>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3365A273-093D-DAA1-4CF5-EB5C452E599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B9FBA5DC-EBA8-3759-0EF4-5D00C9CB65F1}"/>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1682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ov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Fusion Suite title</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2026</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674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Cov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274040B-F0B7-0500-24CB-E40A3880817B}"/>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SCM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BB696622-2058-4C4E-FECA-34F1F6C4A20D}"/>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08AD1B2D-5265-AF61-4278-C58493F3B2D3}"/>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2BC9F5FB-2E6C-6C9C-FB33-0771B5305E3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68AE499B-EBAD-FB38-949F-59147DB0EA0A}"/>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AB17156-07C5-6698-A84A-64A1E6FB711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E9AF2F7B-85CD-E771-2A37-0C490AADFAA0}"/>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88D7C3F2-D177-BD40-948A-A0EF229EC10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968E1C2E-E87B-195A-71AA-AC8BE8FEC015}"/>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9535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Title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FFF5E92-4648-2480-5EFA-4514C715D5B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ERP title (up to two lines) </a:t>
            </a:r>
            <a:br>
              <a:rPr lang="en-US" dirty="0"/>
            </a:br>
            <a:r>
              <a:rPr lang="en-US" dirty="0"/>
              <a:t>Oracle Sans Tab Bold</a:t>
            </a:r>
          </a:p>
        </p:txBody>
      </p:sp>
      <p:sp>
        <p:nvSpPr>
          <p:cNvPr id="7" name="Subhead">
            <a:extLst>
              <a:ext uri="{FF2B5EF4-FFF2-40B4-BE49-F238E27FC236}">
                <a16:creationId xmlns:a16="http://schemas.microsoft.com/office/drawing/2014/main" id="{7184176C-647E-4FA4-7662-D8112ED77D3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A2EE897B-F943-19EE-12DF-51761821645F}"/>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CA1E31BC-14D4-B856-F073-5EA6A1E77BAC}"/>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543BB43F-1E4E-AE49-23A6-A224E6C2D0D7}"/>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04A6EC8-17D1-91B9-9CCB-FE079DA5ABF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EEF621B1-0D26-F83E-E0D2-4B478D80142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636CD02-1B61-6C12-5A81-3A48181A9024}"/>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4DD9731D-D638-ACED-0DBB-64723445203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5207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Cov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1C249B44-5D03-EA20-14C6-F9C2A9AB50F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CFF1AD0F-A521-9C8E-1B0B-C0AAECD3307F}"/>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525F097-D9EE-EA10-1A44-3D1D0CC4FBE0}"/>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AE7AB41E-99B0-7F6C-6D90-1255399A4F6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74811496-0F3F-2EFC-BF0D-44B4652D8EB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DEED53-1C90-2AFF-D971-0E0179F66888}"/>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6C777348-8686-2E82-3270-E018943D1EF1}"/>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A6FE85A7-960A-B7DF-96B4-1F84481CF49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6D3CBBA4-EC09-8E88-4264-A0AC9E88275E}"/>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21058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Cover_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568EDC7-82E8-C0FD-23C9-5E2F85B327A1}"/>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CX title (up to two lines) </a:t>
            </a:r>
            <a:br>
              <a:rPr lang="en-US" dirty="0"/>
            </a:br>
            <a:r>
              <a:rPr lang="en-US" dirty="0"/>
              <a:t>Oracle Sans Tab Bold</a:t>
            </a:r>
          </a:p>
        </p:txBody>
      </p:sp>
      <p:sp>
        <p:nvSpPr>
          <p:cNvPr id="7" name="Subhead">
            <a:extLst>
              <a:ext uri="{FF2B5EF4-FFF2-40B4-BE49-F238E27FC236}">
                <a16:creationId xmlns:a16="http://schemas.microsoft.com/office/drawing/2014/main" id="{061B9EB2-A1F6-2571-35A5-B192ACB03AE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F8D591A-4D00-D5F4-4A83-1E71D6FEAED4}"/>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10E9E6D4-F5CC-7C97-90BB-4EDFBE9AA1B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350795E3-D122-12B5-7C04-44DCB3D36801}"/>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5748CF8-F274-FB47-CAED-F7B6DBFAB058}"/>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495B2ADA-461A-FD6A-5CF8-C6DF73B366A2}"/>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2096009-10CC-D3A8-D651-A6324946E61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7E4F3939-5D2F-6AB9-8C71-5E770E6D42B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73655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Cov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888C5F5-89ED-967B-54C7-2A5658D9383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OCI and database title</a:t>
            </a:r>
            <a:br>
              <a:rPr lang="en-US" dirty="0"/>
            </a:br>
            <a:r>
              <a:rPr lang="en-US" dirty="0"/>
              <a:t>Oracle Sans Tab Bold</a:t>
            </a:r>
          </a:p>
        </p:txBody>
      </p:sp>
      <p:sp>
        <p:nvSpPr>
          <p:cNvPr id="7" name="Subhead">
            <a:extLst>
              <a:ext uri="{FF2B5EF4-FFF2-40B4-BE49-F238E27FC236}">
                <a16:creationId xmlns:a16="http://schemas.microsoft.com/office/drawing/2014/main" id="{AB3DC633-5D2F-CD08-25C4-AE0E6A2B5A5A}"/>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0484561-BBEE-F46D-7F67-EB225BA5D34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A2D3ACC-958E-B38F-BE81-FBB225FDED02}"/>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2026</a:t>
            </a:r>
          </a:p>
        </p:txBody>
      </p:sp>
      <p:sp>
        <p:nvSpPr>
          <p:cNvPr id="5" name="Slide Number Placeholder 4">
            <a:extLst>
              <a:ext uri="{FF2B5EF4-FFF2-40B4-BE49-F238E27FC236}">
                <a16:creationId xmlns:a16="http://schemas.microsoft.com/office/drawing/2014/main" id="{E1DF1B72-C1BE-74C1-FB93-E6FBEBCD12E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642B772F-C699-22CD-0BF9-575EC207655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739DA1F-4B89-6385-9E78-4753D410919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2" name="Oracle Logo" descr="Oracle Logo">
            <a:extLst>
              <a:ext uri="{FF2B5EF4-FFF2-40B4-BE49-F238E27FC236}">
                <a16:creationId xmlns:a16="http://schemas.microsoft.com/office/drawing/2014/main" id="{6365F65B-E40A-5E02-63EB-C3DBD8E73AF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F974F57F-EE1C-2E13-9B52-D64DDE2DF98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11731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v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Developer Title</a:t>
            </a:r>
            <a:br>
              <a:rPr lang="en-US" dirty="0"/>
            </a:br>
            <a:r>
              <a:rPr lang="en-US" dirty="0"/>
              <a:t>Oracle Sans Tab</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2026</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70181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full-image">
    <p:bg>
      <p:bgPr>
        <a:solidFill>
          <a:schemeClr val="bg2"/>
        </a:soli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dirty="0"/>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8039191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 Divider_Image">
    <p:bg>
      <p:bgRef idx="1001">
        <a:schemeClr val="bg2"/>
      </p:bgRef>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1604406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Divider_Image">
    <p:bg>
      <p:bgRef idx="1001">
        <a:schemeClr val="bg2"/>
      </p:bgRef>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304597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 Divider">
    <p:bg>
      <p:bgRef idx="1001">
        <a:schemeClr val="bg2"/>
      </p:bgRef>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15" name="Picture 14">
            <a:extLst>
              <a:ext uri="{FF2B5EF4-FFF2-40B4-BE49-F238E27FC236}">
                <a16:creationId xmlns:a16="http://schemas.microsoft.com/office/drawing/2014/main" id="{FB7783C8-17F8-DB45-1463-F645BB3FC44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467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 Divider">
    <p:bg>
      <p:bgPr>
        <a:solidFill>
          <a:schemeClr val="bg2"/>
        </a:solid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pic>
        <p:nvPicPr>
          <p:cNvPr id="15" name="Picture 14">
            <a:extLst>
              <a:ext uri="{FF2B5EF4-FFF2-40B4-BE49-F238E27FC236}">
                <a16:creationId xmlns:a16="http://schemas.microsoft.com/office/drawing/2014/main" id="{66160DD4-C190-5E08-0719-27C0571182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296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Health &amp; Life Sciences </a:t>
            </a:r>
            <a:br>
              <a:rPr lang="en-US" dirty="0"/>
            </a:br>
            <a:r>
              <a:rPr lang="en-US" dirty="0"/>
              <a:t>section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4CEE7C3-7EA8-C568-7AA2-03C7BCB4D72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1509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Fusion Suite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2197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SCM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61CB4AAC-156D-8F42-3B43-592451DF558D}"/>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1046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ERP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ADA839C-E71A-1637-3B8E-ADCB8BC4BE7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640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HCM Section </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AD2D13D9-5F9B-66C0-EF23-46B9931F9314}"/>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31489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_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CX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FE68091-5CE6-8692-5C8A-45B15B0580ED}"/>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62004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OCI and database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4364F74D-D1B7-957A-69E2-40ADCE3043E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93395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Dev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70476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Impact Statement">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7F0AA-36FB-62D3-4D57-A93CAC9D50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1286051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 Impact Statement">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3F0458-244B-DEF1-4FC0-9B75AA8F4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21938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Pr>
        <a:solidFill>
          <a:schemeClr val="bg2"/>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5" name="Accent mark">
            <a:extLst>
              <a:ext uri="{FF2B5EF4-FFF2-40B4-BE49-F238E27FC236}">
                <a16:creationId xmlns:a16="http://schemas.microsoft.com/office/drawing/2014/main" id="{E30FF1A2-459E-3E06-ED1E-7EEEFE917498}"/>
              </a:ext>
              <a:ext uri="{C183D7F6-B498-43B3-948B-1728B52AA6E4}">
                <adec:decorative xmlns:adec="http://schemas.microsoft.com/office/drawing/2017/decorative" val="1"/>
              </a:ext>
            </a:extLst>
          </p:cNvPr>
          <p:cNvSpPr/>
          <p:nvPr userDrawn="1"/>
        </p:nvSpPr>
        <p:spPr>
          <a:xfrm>
            <a:off x="762000" y="4142224"/>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72BDD1C-BE59-17F1-F08E-E5659CE09569}"/>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4188201" y="1"/>
            <a:ext cx="8003799" cy="4114800"/>
          </a:xfrm>
          <a:prstGeom prst="rect">
            <a:avLst/>
          </a:prstGeom>
        </p:spPr>
      </p:pic>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4049053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3" name="Accent mark">
            <a:extLst>
              <a:ext uri="{FF2B5EF4-FFF2-40B4-BE49-F238E27FC236}">
                <a16:creationId xmlns:a16="http://schemas.microsoft.com/office/drawing/2014/main" id="{9CBADFAD-5852-9F31-3F6B-B4A294448DE2}"/>
              </a:ext>
              <a:ext uri="{C183D7F6-B498-43B3-948B-1728B52AA6E4}">
                <adec:decorative xmlns:adec="http://schemas.microsoft.com/office/drawing/2017/decorative" val="1"/>
              </a:ext>
            </a:extLst>
          </p:cNvPr>
          <p:cNvSpPr/>
          <p:nvPr userDrawn="1"/>
        </p:nvSpPr>
        <p:spPr>
          <a:xfrm>
            <a:off x="762000" y="4142224"/>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874A47A-5AA7-1775-46F8-4B4A91867200}"/>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4188201" y="0"/>
            <a:ext cx="8003799" cy="4114800"/>
          </a:xfrm>
          <a:prstGeom prst="rect">
            <a:avLst/>
          </a:prstGeom>
        </p:spPr>
      </p:pic>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endParaRPr lang="en-US" dirty="0"/>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740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 Quote, Picture, and logo">
    <p:bg>
      <p:bgPr>
        <a:solidFill>
          <a:schemeClr val="bg2"/>
        </a:solidFill>
        <a:effectLst/>
      </p:bgPr>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endParaRPr lang="en-US" dirty="0"/>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7" name="Accent mark">
            <a:extLst>
              <a:ext uri="{FF2B5EF4-FFF2-40B4-BE49-F238E27FC236}">
                <a16:creationId xmlns:a16="http://schemas.microsoft.com/office/drawing/2014/main" id="{2F96B613-1543-0150-F389-FFE2D5FA5019}"/>
              </a:ext>
              <a:ext uri="{C183D7F6-B498-43B3-948B-1728B52AA6E4}">
                <adec:decorative xmlns:adec="http://schemas.microsoft.com/office/drawing/2017/decorative" val="1"/>
              </a:ext>
            </a:extLst>
          </p:cNvPr>
          <p:cNvSpPr/>
          <p:nvPr userDrawn="1"/>
        </p:nvSpPr>
        <p:spPr>
          <a:xfrm>
            <a:off x="5828788" y="4599419"/>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F4092F5-1A1B-33F4-5A48-CC487AB4D6D3}"/>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Tree>
    <p:extLst>
      <p:ext uri="{BB962C8B-B14F-4D97-AF65-F5344CB8AC3E}">
        <p14:creationId xmlns:p14="http://schemas.microsoft.com/office/powerpoint/2010/main" val="3962537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 Quote, Picture, and logo">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97F2045-62B9-84EC-C330-B04C4D3A0662}"/>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Accent mark">
            <a:extLst>
              <a:ext uri="{FF2B5EF4-FFF2-40B4-BE49-F238E27FC236}">
                <a16:creationId xmlns:a16="http://schemas.microsoft.com/office/drawing/2014/main" id="{F6E69B24-94C1-6ACB-ADE4-5BD87AD69DCA}"/>
              </a:ext>
              <a:ext uri="{C183D7F6-B498-43B3-948B-1728B52AA6E4}">
                <adec:decorative xmlns:adec="http://schemas.microsoft.com/office/drawing/2017/decorative" val="1"/>
              </a:ext>
            </a:extLst>
          </p:cNvPr>
          <p:cNvSpPr/>
          <p:nvPr userDrawn="1"/>
        </p:nvSpPr>
        <p:spPr>
          <a:xfrm>
            <a:off x="5828788" y="4599419"/>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84673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 Single metric">
    <p:bg>
      <p:bgPr>
        <a:solidFill>
          <a:schemeClr val="bg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0EFC288-7D92-06D8-D5A4-4ADE89B89D2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39458" y="0"/>
            <a:ext cx="5052542" cy="4015900"/>
          </a:xfrm>
          <a:prstGeom prst="rect">
            <a:avLst/>
          </a:prstGeom>
        </p:spPr>
      </p:pic>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endParaRPr lang="en-US" dirty="0"/>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7720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 - Single metric">
    <p:bg>
      <p:bgRef idx="1001">
        <a:schemeClr val="bg2"/>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090275FD-F388-23AA-69ED-D3443D4384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39458" y="0"/>
            <a:ext cx="5052542" cy="4015900"/>
          </a:xfrm>
          <a:prstGeom prst="rect">
            <a:avLst/>
          </a:prstGeom>
        </p:spPr>
      </p:pic>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19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rk - Thank You">
    <p:bg>
      <p:bgPr>
        <a:solidFill>
          <a:schemeClr val="bg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AA3C0A9-D49F-07D5-E8FF-674CD1A1FBA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19600" y="0"/>
            <a:ext cx="7772400" cy="5181600"/>
          </a:xfrm>
          <a:prstGeom prst="rect">
            <a:avLst/>
          </a:prstGeom>
        </p:spPr>
      </p:pic>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userDrawn="1"/>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endParaRPr lang="en-US" dirty="0"/>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endParaRPr lang="en-US" dirty="0"/>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dirty="0"/>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pic>
        <p:nvPicPr>
          <p:cNvPr id="4" name="Graphic 3">
            <a:extLst>
              <a:ext uri="{FF2B5EF4-FFF2-40B4-BE49-F238E27FC236}">
                <a16:creationId xmlns:a16="http://schemas.microsoft.com/office/drawing/2014/main" id="{155E893B-EF24-A19F-8592-D226B82D51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419600" y="0"/>
            <a:ext cx="7772400" cy="5181600"/>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rk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926611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5" name="TextBox 4">
            <a:extLst>
              <a:ext uri="{FF2B5EF4-FFF2-40B4-BE49-F238E27FC236}">
                <a16:creationId xmlns:a16="http://schemas.microsoft.com/office/drawing/2014/main" id="{CA4392FF-7C2C-D37B-DD7D-60C8C946E8C6}"/>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73537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7" name="TextBox 16">
            <a:extLst>
              <a:ext uri="{FF2B5EF4-FFF2-40B4-BE49-F238E27FC236}">
                <a16:creationId xmlns:a16="http://schemas.microsoft.com/office/drawing/2014/main" id="{E5EA32E2-5AE7-3199-6814-98A3082209E7}"/>
              </a:ext>
            </a:extLst>
          </p:cNvPr>
          <p:cNvSpPr txBox="1"/>
          <p:nvPr userDrawn="1"/>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userDrawn="1"/>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248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peaker_1_Name">
    <p:bg>
      <p:bgRef idx="1001">
        <a:schemeClr val="bg2"/>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BAF64E6-5E39-81BB-7AF4-2A1C20BBC0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rot="10800000">
            <a:off x="0" y="3611878"/>
            <a:ext cx="6314112" cy="3246122"/>
          </a:xfrm>
          <a:prstGeom prst="rect">
            <a:avLst/>
          </a:prstGeom>
        </p:spPr>
      </p:pic>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Tree>
    <p:extLst>
      <p:ext uri="{BB962C8B-B14F-4D97-AF65-F5344CB8AC3E}">
        <p14:creationId xmlns:p14="http://schemas.microsoft.com/office/powerpoint/2010/main" val="7990251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peaker_2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Two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89835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peaker_3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Three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62324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peaker_4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Four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Tree>
    <p:extLst>
      <p:ext uri="{BB962C8B-B14F-4D97-AF65-F5344CB8AC3E}">
        <p14:creationId xmlns:p14="http://schemas.microsoft.com/office/powerpoint/2010/main" val="2861973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ark - Agenda">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879120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34337567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 Agenda Table">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76371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0500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02316B0-6023-861C-5784-4ACA42BE9631}"/>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4861624" y="0"/>
            <a:ext cx="7330375" cy="3768589"/>
          </a:xfrm>
          <a:prstGeom prst="rect">
            <a:avLst/>
          </a:prstGeom>
        </p:spPr>
      </p:pic>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userDrawn="1"/>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00496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solidFill>
          <a:schemeClr val="bg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7A5E8C-0FE3-7777-7682-62EBF9B2D814}"/>
              </a:ext>
            </a:extLst>
          </p:cNvPr>
          <p:cNvPicPr>
            <a:picLocks noChangeAspect="1"/>
          </p:cNvPicPr>
          <p:nvPr userDrawn="1"/>
        </p:nvPicPr>
        <p:blipFill>
          <a:blip r:embed="rId2">
            <a:extLst>
              <a:ext uri="{96DAC541-7B7A-43D3-8B79-37D633B846F1}">
                <asvg:svgBlip xmlns:asvg="http://schemas.microsoft.com/office/drawing/2016/SVG/main" r:embed="rId3"/>
              </a:ext>
            </a:extLst>
          </a:blip>
          <a:srcRect l="5687" b="27270"/>
          <a:stretch/>
        </p:blipFill>
        <p:spPr>
          <a:xfrm>
            <a:off x="4861624" y="0"/>
            <a:ext cx="7330375" cy="3768589"/>
          </a:xfrm>
          <a:prstGeom prst="rect">
            <a:avLst/>
          </a:prstGeom>
        </p:spPr>
      </p:pic>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Tree>
    <p:extLst>
      <p:ext uri="{BB962C8B-B14F-4D97-AF65-F5344CB8AC3E}">
        <p14:creationId xmlns:p14="http://schemas.microsoft.com/office/powerpoint/2010/main" val="2195833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F6CD89E-7AE0-E661-9D5E-A40AA44B6A05}"/>
              </a:ext>
            </a:extLst>
          </p:cNvPr>
          <p:cNvPicPr>
            <a:picLocks noChangeAspect="1"/>
          </p:cNvPicPr>
          <p:nvPr userDrawn="1"/>
        </p:nvPicPr>
        <p:blipFill>
          <a:blip r:embed="rId2">
            <a:extLst>
              <a:ext uri="{96DAC541-7B7A-43D3-8B79-37D633B846F1}">
                <asvg:svgBlip xmlns:asvg="http://schemas.microsoft.com/office/drawing/2016/SVG/main" r:embed="rId3"/>
              </a:ext>
            </a:extLst>
          </a:blip>
          <a:srcRect l="42612" t="12210" r="14437" b="12837"/>
          <a:stretch/>
        </p:blipFill>
        <p:spPr>
          <a:xfrm>
            <a:off x="6307189" y="868568"/>
            <a:ext cx="4093374" cy="4103470"/>
          </a:xfrm>
          <a:prstGeom prst="rect">
            <a:avLst/>
          </a:prstGeom>
        </p:spPr>
      </p:pic>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43612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peaker_1-Profile">
    <p:bg>
      <p:bgPr>
        <a:solidFill>
          <a:schemeClr val="bg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C4851-0720-CC7C-66E8-BA46A2EF3C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42612" t="12210" r="14437" b="12837"/>
          <a:stretch/>
        </p:blipFill>
        <p:spPr>
          <a:xfrm>
            <a:off x="456701" y="1247933"/>
            <a:ext cx="3908153" cy="3917792"/>
          </a:xfrm>
          <a:prstGeom prst="rect">
            <a:avLst/>
          </a:prstGeom>
        </p:spPr>
      </p:pic>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63229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peaker_2">
    <p:bg>
      <p:bgPr>
        <a:solidFill>
          <a:schemeClr val="bg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2C73BFA-B70C-477F-EF13-729539E27CB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42612" t="12210" r="14437" b="12837"/>
          <a:stretch/>
        </p:blipFill>
        <p:spPr>
          <a:xfrm>
            <a:off x="7734150" y="1182539"/>
            <a:ext cx="3567993" cy="3576793"/>
          </a:xfrm>
          <a:prstGeom prst="rect">
            <a:avLst/>
          </a:prstGeom>
        </p:spPr>
      </p:pic>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endParaRPr lang="en-US" dirty="0"/>
          </a:p>
        </p:txBody>
      </p:sp>
      <p:pic>
        <p:nvPicPr>
          <p:cNvPr id="6" name="Graphic 5">
            <a:extLst>
              <a:ext uri="{FF2B5EF4-FFF2-40B4-BE49-F238E27FC236}">
                <a16:creationId xmlns:a16="http://schemas.microsoft.com/office/drawing/2014/main" id="{1943D0D1-946F-4723-614F-CF829E9EEA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42612" t="12210" r="14437" b="12837"/>
          <a:stretch/>
        </p:blipFill>
        <p:spPr>
          <a:xfrm>
            <a:off x="4034529" y="1131906"/>
            <a:ext cx="3567993" cy="3576793"/>
          </a:xfrm>
          <a:prstGeom prst="rect">
            <a:avLst/>
          </a:prstGeom>
        </p:spPr>
      </p:pic>
    </p:spTree>
    <p:extLst>
      <p:ext uri="{BB962C8B-B14F-4D97-AF65-F5344CB8AC3E}">
        <p14:creationId xmlns:p14="http://schemas.microsoft.com/office/powerpoint/2010/main" val="561800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peaker_3">
    <p:bg>
      <p:bgPr>
        <a:solidFill>
          <a:schemeClr val="bg2"/>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87615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userDrawn="1">
          <p15:clr>
            <a:srgbClr val="FBAE40"/>
          </p15:clr>
        </p15:guide>
        <p15:guide id="2" pos="567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peaker_4">
    <p:bg>
      <p:bgPr>
        <a:solidFill>
          <a:schemeClr val="bg2"/>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endParaRPr lang="en-US" dirty="0"/>
          </a:p>
        </p:txBody>
      </p:sp>
    </p:spTree>
    <p:extLst>
      <p:ext uri="{BB962C8B-B14F-4D97-AF65-F5344CB8AC3E}">
        <p14:creationId xmlns:p14="http://schemas.microsoft.com/office/powerpoint/2010/main" val="12919516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peaker_6">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endParaRPr lang="en-US" dirty="0"/>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5236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peaker_10">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Tree>
    <p:extLst>
      <p:ext uri="{BB962C8B-B14F-4D97-AF65-F5344CB8AC3E}">
        <p14:creationId xmlns:p14="http://schemas.microsoft.com/office/powerpoint/2010/main" val="4160616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97214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3points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64788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230751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233853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3118533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636209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a:t>Copyright © 2026,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endParaRPr lang="en-US" dirty="0"/>
          </a:p>
        </p:txBody>
      </p:sp>
    </p:spTree>
    <p:extLst>
      <p:ext uri="{BB962C8B-B14F-4D97-AF65-F5344CB8AC3E}">
        <p14:creationId xmlns:p14="http://schemas.microsoft.com/office/powerpoint/2010/main" val="3577567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515502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3179959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80107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userDrawn="1"/>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7440551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dirty="0"/>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40642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3705370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757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913024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455559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22896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504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rk - Quote with Picture">
    <p:bg>
      <p:bgRef idx="1001">
        <a:schemeClr val="bg2"/>
      </p:bgRef>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679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eft Rail - Light">
    <p:bg>
      <p:bgRef idx="1001">
        <a:schemeClr val="bg2"/>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705EA2-F116-883A-32A5-62C3C550DC70}"/>
              </a:ext>
              <a:ext uri="{C183D7F6-B498-43B3-948B-1728B52AA6E4}">
                <adec:decorative xmlns:adec="http://schemas.microsoft.com/office/drawing/2017/decorative" val="1"/>
              </a:ext>
            </a:extLst>
          </p:cNvPr>
          <p:cNvSpPr/>
          <p:nvPr userDrawn="1"/>
        </p:nvSpPr>
        <p:spPr>
          <a:xfrm>
            <a:off x="0" y="0"/>
            <a:ext cx="45789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5170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eft Rail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625BA6-E661-F94B-6FD6-217579854D3C}"/>
              </a:ext>
              <a:ext uri="{C183D7F6-B498-43B3-948B-1728B52AA6E4}">
                <adec:decorative xmlns:adec="http://schemas.microsoft.com/office/drawing/2017/decorative" val="1"/>
              </a:ext>
            </a:extLst>
          </p:cNvPr>
          <p:cNvSpPr/>
          <p:nvPr userDrawn="1"/>
        </p:nvSpPr>
        <p:spPr>
          <a:xfrm>
            <a:off x="0" y="0"/>
            <a:ext cx="45789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912021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endParaRPr lang="en-US" dirty="0"/>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578403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 Illustration_Dark">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dirty="0"/>
              <a:t>Click to add photo or illustration</a:t>
            </a:r>
          </a:p>
          <a:p>
            <a:endParaRPr lang="en-US" dirty="0"/>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090114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3 Icons, Subhead and tex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266360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 - 3 Icons, Subhead and text">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in.</a:t>
            </a:r>
            <a:endParaRPr lang="en-US" dirty="0"/>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39087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ight - 4 Icons, Subhead and text">
    <p:bg>
      <p:bgRef idx="1001">
        <a:schemeClr val="bg2"/>
      </p:bgRef>
    </p:bg>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78F3D588-E944-9CCD-F934-4D109B5905D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Tree>
    <p:extLst>
      <p:ext uri="{BB962C8B-B14F-4D97-AF65-F5344CB8AC3E}">
        <p14:creationId xmlns:p14="http://schemas.microsoft.com/office/powerpoint/2010/main" val="360833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rk - 4 Icons, Subhead and text">
    <p:bg>
      <p:bgRef idx="1001">
        <a:schemeClr val="bg2"/>
      </p:bgRef>
    </p:bg>
    <p:spTree>
      <p:nvGrpSpPr>
        <p:cNvPr id="1" name=""/>
        <p:cNvGrpSpPr/>
        <p:nvPr/>
      </p:nvGrpSpPr>
      <p:grpSpPr>
        <a:xfrm>
          <a:off x="0" y="0"/>
          <a:ext cx="0" cy="0"/>
          <a:chOff x="0" y="0"/>
          <a:chExt cx="0" cy="0"/>
        </a:xfrm>
      </p:grpSpPr>
      <p:sp>
        <p:nvSpPr>
          <p:cNvPr id="3" name="Title 7">
            <a:extLst>
              <a:ext uri="{FF2B5EF4-FFF2-40B4-BE49-F238E27FC236}">
                <a16:creationId xmlns:a16="http://schemas.microsoft.com/office/drawing/2014/main" id="{D02FABB3-C5FA-6642-90DB-5692722BDC16}"/>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endParaRPr lang="en-US" dirty="0"/>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38519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2"/>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221015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04335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Ref idx="1001">
        <a:schemeClr val="bg2"/>
      </p:bgRef>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965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498924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2861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8414200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2026,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endParaRPr lang="en-US" dirty="0"/>
          </a:p>
          <a:p>
            <a:endParaRPr lang="en-US" dirty="0"/>
          </a:p>
        </p:txBody>
      </p:sp>
    </p:spTree>
    <p:extLst>
      <p:ext uri="{BB962C8B-B14F-4D97-AF65-F5344CB8AC3E}">
        <p14:creationId xmlns:p14="http://schemas.microsoft.com/office/powerpoint/2010/main" val="2561398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a:p>
            <a:pPr lvl="0" algn="ctr"/>
            <a:endParaRPr lang="en-US" dirty="0"/>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7035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654871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ark - Bold Statement with Photo half">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endParaRPr lang="en-US" dirty="0"/>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24919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956069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ark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Tree>
    <p:extLst>
      <p:ext uri="{BB962C8B-B14F-4D97-AF65-F5344CB8AC3E}">
        <p14:creationId xmlns:p14="http://schemas.microsoft.com/office/powerpoint/2010/main" val="2925250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868498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Light - Story with photo and stat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userDrawn="1"/>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dirty="0"/>
              <a:t>Click to insert partner logo</a:t>
            </a:r>
          </a:p>
        </p:txBody>
      </p:sp>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dirty="0"/>
              <a:t>Click to edit title text styles</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Business challenges</a:t>
            </a:r>
            <a:endParaRPr lang="en-US" dirty="0"/>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703827"/>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Why Oracle</a:t>
            </a:r>
            <a:endParaRPr lang="en-US" dirty="0"/>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4048160"/>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870581"/>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Result</a:t>
            </a:r>
            <a:endParaRPr lang="en-US" dirty="0"/>
          </a:p>
        </p:txBody>
      </p:sp>
      <p:sp>
        <p:nvSpPr>
          <p:cNvPr id="3" name="Text Placeholder 19">
            <a:extLst>
              <a:ext uri="{FF2B5EF4-FFF2-40B4-BE49-F238E27FC236}">
                <a16:creationId xmlns:a16="http://schemas.microsoft.com/office/drawing/2014/main" id="{C9B029B0-1EAB-FE8A-291E-9E218344064A}"/>
              </a:ext>
            </a:extLst>
          </p:cNvPr>
          <p:cNvSpPr>
            <a:spLocks noGrp="1"/>
          </p:cNvSpPr>
          <p:nvPr>
            <p:ph type="body" sz="quarter" idx="47"/>
          </p:nvPr>
        </p:nvSpPr>
        <p:spPr>
          <a:xfrm>
            <a:off x="761999" y="52255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 name="Text Placeholder 21">
            <a:extLst>
              <a:ext uri="{FF2B5EF4-FFF2-40B4-BE49-F238E27FC236}">
                <a16:creationId xmlns:a16="http://schemas.microsoft.com/office/drawing/2014/main" id="{36B97647-97D2-408B-413C-E65D6A6051E5}"/>
              </a:ext>
            </a:extLst>
          </p:cNvPr>
          <p:cNvSpPr>
            <a:spLocks noGrp="1"/>
          </p:cNvSpPr>
          <p:nvPr>
            <p:ph type="body" sz="quarter" idx="14" hasCustomPrompt="1"/>
          </p:nvPr>
        </p:nvSpPr>
        <p:spPr>
          <a:xfrm>
            <a:off x="6739049" y="3922382"/>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5" name="Text Placeholder 21">
            <a:extLst>
              <a:ext uri="{FF2B5EF4-FFF2-40B4-BE49-F238E27FC236}">
                <a16:creationId xmlns:a16="http://schemas.microsoft.com/office/drawing/2014/main" id="{3A3580F8-D690-3030-C6AC-4866E9825F61}"/>
              </a:ext>
            </a:extLst>
          </p:cNvPr>
          <p:cNvSpPr>
            <a:spLocks noGrp="1"/>
          </p:cNvSpPr>
          <p:nvPr>
            <p:ph type="body" sz="quarter" idx="30" hasCustomPrompt="1"/>
          </p:nvPr>
        </p:nvSpPr>
        <p:spPr>
          <a:xfrm>
            <a:off x="8448458" y="3933540"/>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7" name="Text Placeholder 21">
            <a:extLst>
              <a:ext uri="{FF2B5EF4-FFF2-40B4-BE49-F238E27FC236}">
                <a16:creationId xmlns:a16="http://schemas.microsoft.com/office/drawing/2014/main" id="{44C5C283-5935-B42C-7120-D243BA9A2913}"/>
              </a:ext>
            </a:extLst>
          </p:cNvPr>
          <p:cNvSpPr>
            <a:spLocks noGrp="1"/>
          </p:cNvSpPr>
          <p:nvPr>
            <p:ph type="body" sz="quarter" idx="31" hasCustomPrompt="1"/>
          </p:nvPr>
        </p:nvSpPr>
        <p:spPr>
          <a:xfrm>
            <a:off x="6739049" y="4734009"/>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8" name="Text Placeholder 21">
            <a:extLst>
              <a:ext uri="{FF2B5EF4-FFF2-40B4-BE49-F238E27FC236}">
                <a16:creationId xmlns:a16="http://schemas.microsoft.com/office/drawing/2014/main" id="{099F2B36-E543-7114-2E12-7E05E41FD12F}"/>
              </a:ext>
            </a:extLst>
          </p:cNvPr>
          <p:cNvSpPr>
            <a:spLocks noGrp="1"/>
          </p:cNvSpPr>
          <p:nvPr>
            <p:ph type="body" sz="quarter" idx="48" hasCustomPrompt="1"/>
          </p:nvPr>
        </p:nvSpPr>
        <p:spPr>
          <a:xfrm>
            <a:off x="8448458" y="4745167"/>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9" name="Text Placeholder 21">
            <a:extLst>
              <a:ext uri="{FF2B5EF4-FFF2-40B4-BE49-F238E27FC236}">
                <a16:creationId xmlns:a16="http://schemas.microsoft.com/office/drawing/2014/main" id="{480E7235-27FC-1059-8FEC-3A55CCC728FE}"/>
              </a:ext>
            </a:extLst>
          </p:cNvPr>
          <p:cNvSpPr>
            <a:spLocks noGrp="1"/>
          </p:cNvSpPr>
          <p:nvPr>
            <p:ph type="body" sz="quarter" idx="33" hasCustomPrompt="1"/>
          </p:nvPr>
        </p:nvSpPr>
        <p:spPr>
          <a:xfrm>
            <a:off x="6739049" y="5546718"/>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11" name="Text Placeholder 21">
            <a:extLst>
              <a:ext uri="{FF2B5EF4-FFF2-40B4-BE49-F238E27FC236}">
                <a16:creationId xmlns:a16="http://schemas.microsoft.com/office/drawing/2014/main" id="{360C9156-A92C-0F42-A924-D97D8BD8785F}"/>
              </a:ext>
            </a:extLst>
          </p:cNvPr>
          <p:cNvSpPr>
            <a:spLocks noGrp="1"/>
          </p:cNvSpPr>
          <p:nvPr>
            <p:ph type="body" sz="quarter" idx="34" hasCustomPrompt="1"/>
          </p:nvPr>
        </p:nvSpPr>
        <p:spPr>
          <a:xfrm>
            <a:off x="8448458" y="5557876"/>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12" name="Picture Placeholder 17">
            <a:extLst>
              <a:ext uri="{FF2B5EF4-FFF2-40B4-BE49-F238E27FC236}">
                <a16:creationId xmlns:a16="http://schemas.microsoft.com/office/drawing/2014/main" id="{37E1F626-6013-A11C-1493-E8B91C591978}"/>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pic>
        <p:nvPicPr>
          <p:cNvPr id="6" name="OTag" descr="A small square in Oracle Red with the Oracle logo in the center in white">
            <a:extLst>
              <a:ext uri="{FF2B5EF4-FFF2-40B4-BE49-F238E27FC236}">
                <a16:creationId xmlns:a16="http://schemas.microsoft.com/office/drawing/2014/main" id="{4A795B6A-184C-84F8-9946-F2838D3CD83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13" name="Graphic 12">
            <a:extLst>
              <a:ext uri="{FF2B5EF4-FFF2-40B4-BE49-F238E27FC236}">
                <a16:creationId xmlns:a16="http://schemas.microsoft.com/office/drawing/2014/main" id="{E4BAAA2A-9200-092B-2D2E-0CFD12C20F4E}"/>
              </a:ext>
            </a:extLst>
          </p:cNvPr>
          <p:cNvPicPr>
            <a:picLocks noChangeAspect="1"/>
          </p:cNvPicPr>
          <p:nvPr userDrawn="1"/>
        </p:nvPicPr>
        <p:blipFill>
          <a:blip r:embed="rId3">
            <a:extLst>
              <a:ext uri="{96DAC541-7B7A-43D3-8B79-37D633B846F1}">
                <asvg:svgBlip xmlns:asvg="http://schemas.microsoft.com/office/drawing/2016/SVG/main" r:embed="rId4"/>
              </a:ext>
            </a:extLst>
          </a:blip>
          <a:srcRect l="-9503" t="21585" b="15557"/>
          <a:stretch/>
        </p:blipFill>
        <p:spPr>
          <a:xfrm>
            <a:off x="8834980" y="3428681"/>
            <a:ext cx="3357020" cy="1284671"/>
          </a:xfrm>
          <a:prstGeom prst="rect">
            <a:avLst/>
          </a:prstGeom>
        </p:spPr>
      </p:pic>
      <p:sp>
        <p:nvSpPr>
          <p:cNvPr id="14" name="Text Placeholder 21">
            <a:extLst>
              <a:ext uri="{FF2B5EF4-FFF2-40B4-BE49-F238E27FC236}">
                <a16:creationId xmlns:a16="http://schemas.microsoft.com/office/drawing/2014/main" id="{714C8117-8874-4C52-FD47-896710854EA6}"/>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dirty="0"/>
              <a:t>Call to action</a:t>
            </a:r>
            <a:endParaRPr lang="en-US" dirty="0"/>
          </a:p>
        </p:txBody>
      </p:sp>
    </p:spTree>
    <p:extLst>
      <p:ext uri="{BB962C8B-B14F-4D97-AF65-F5344CB8AC3E}">
        <p14:creationId xmlns:p14="http://schemas.microsoft.com/office/powerpoint/2010/main" val="35476534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Light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userDrawn="1"/>
        </p:nvSpPr>
        <p:spPr>
          <a:xfrm>
            <a:off x="0" y="-1"/>
            <a:ext cx="59436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0715150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ark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userDrawn="1"/>
        </p:nvSpPr>
        <p:spPr>
          <a:xfrm>
            <a:off x="0" y="-1"/>
            <a:ext cx="59436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0496728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Light - Left middle title and sub ">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1998" y="2471026"/>
            <a:ext cx="4846320" cy="822960"/>
          </a:xfrm>
        </p:spPr>
        <p:txBody>
          <a:bodyPr/>
          <a:lstStyle>
            <a:lvl1pPr algn="l">
              <a:defRPr sz="3200" b="1" i="0">
                <a:latin typeface="Oracle Sans Tab" panose="020B0503020204020204" pitchFamily="34" charset="0"/>
                <a:cs typeface="Oracle Sans Tab" panose="020B0503020204020204" pitchFamily="34" charset="0"/>
              </a:defRPr>
            </a:lvl1pPr>
          </a:lstStyle>
          <a:p>
            <a:r>
              <a:rPr lang="en-US" dirty="0"/>
              <a:t>Left aligned middle title. </a:t>
            </a:r>
            <a:br>
              <a:rPr lang="en-US" dirty="0"/>
            </a:br>
            <a:r>
              <a:rPr lang="en-US" dirty="0"/>
              <a:t>Add graphic to the right.</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4846320" cy="1228119"/>
          </a:xfrm>
          <a:prstGeom prst="rect">
            <a:avLst/>
          </a:prstGeom>
          <a:noFill/>
        </p:spPr>
        <p:txBody>
          <a:bodyPr lIns="0" tIns="0" rIns="0" bIns="0"/>
          <a:lstStyle>
            <a:lvl1pPr algn="l">
              <a:lnSpc>
                <a:spcPct val="100000"/>
              </a:lnSpc>
              <a:spcBef>
                <a:spcPts val="0"/>
              </a:spcBef>
              <a:spcAft>
                <a:spcPts val="400"/>
              </a:spcAft>
              <a:defRPr sz="2000" b="0" i="0">
                <a:solidFill>
                  <a:schemeClr val="tx1"/>
                </a:solidFill>
                <a:latin typeface="Oracle Sans" panose="020B0503020204020204" pitchFamily="34" charset="0"/>
                <a:cs typeface="Oracle Sans" panose="020B0503020204020204" pitchFamily="34" charset="0"/>
              </a:defRPr>
            </a:lvl1pPr>
          </a:lstStyle>
          <a:p>
            <a:pPr lvl="0"/>
            <a:r>
              <a:rPr lang="en-IN" dirty="0"/>
              <a:t>Left aligned middle subhead. </a:t>
            </a:r>
            <a:br>
              <a:rPr lang="en-IN" dirty="0"/>
            </a:br>
            <a:r>
              <a:rPr lang="en-IN" dirty="0"/>
              <a:t>Body copy goes here. To the right, add in custom graphics, technical diagrams or custom artwork. </a:t>
            </a:r>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365046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ark - Left middle title and sub ">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471026"/>
            <a:ext cx="4846320" cy="822960"/>
          </a:xfrm>
        </p:spPr>
        <p:txBody>
          <a:bodyPr/>
          <a:lstStyle>
            <a:lvl1pPr>
              <a:defRPr sz="3200" b="1" i="0">
                <a:latin typeface="Oracle Sans Tab" panose="020B0503020204020204" pitchFamily="34" charset="0"/>
                <a:cs typeface="Oracle Sans Tab" panose="020B0503020204020204" pitchFamily="34" charset="0"/>
              </a:defRPr>
            </a:lvl1pPr>
          </a:lstStyle>
          <a:p>
            <a:r>
              <a:rPr lang="en-US" dirty="0"/>
              <a:t>Left aligned middle title. </a:t>
            </a:r>
            <a:br>
              <a:rPr lang="en-US" dirty="0"/>
            </a:br>
            <a:r>
              <a:rPr lang="en-US" dirty="0"/>
              <a:t>Add graphic to the right</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4846320" cy="1228119"/>
          </a:xfrm>
          <a:prstGeom prst="rect">
            <a:avLst/>
          </a:prstGeom>
          <a:noFill/>
        </p:spPr>
        <p:txBody>
          <a:bodyPr lIns="0" tIns="0" rIns="0" bIns="0"/>
          <a:lstStyle>
            <a:lvl1pPr algn="l">
              <a:lnSpc>
                <a:spcPct val="100000"/>
              </a:lnSpc>
              <a:spcBef>
                <a:spcPts val="0"/>
              </a:spcBef>
              <a:spcAft>
                <a:spcPts val="400"/>
              </a:spcAft>
              <a:defRPr sz="2000" b="0" i="0">
                <a:solidFill>
                  <a:schemeClr val="tx1"/>
                </a:solidFill>
                <a:latin typeface="Oracle Sans" panose="020B0503020204020204" pitchFamily="34" charset="0"/>
                <a:cs typeface="Oracle Sans" panose="020B0503020204020204" pitchFamily="34" charset="0"/>
              </a:defRPr>
            </a:lvl1pPr>
          </a:lstStyle>
          <a:p>
            <a:pPr lvl="0"/>
            <a:r>
              <a:rPr lang="en-IN" dirty="0"/>
              <a:t>Left aligned middle subhead. </a:t>
            </a:r>
            <a:br>
              <a:rPr lang="en-IN" dirty="0"/>
            </a:br>
            <a:r>
              <a:rPr lang="en-IN" dirty="0"/>
              <a:t>Body copy goes here. To the right, add in custom graphics, technical diagrams or custom artwork. </a:t>
            </a:r>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1471586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Light - Left middle tit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298982"/>
            <a:ext cx="4846320" cy="2260036"/>
          </a:xfrm>
        </p:spPr>
        <p:txBody>
          <a:bodyPr anchor="ctr"/>
          <a:lstStyle>
            <a:lvl1pPr>
              <a:defRPr sz="3200" b="1" i="0">
                <a:latin typeface="Oracle Sans Tab" panose="020B0503020204020204" pitchFamily="34" charset="0"/>
                <a:cs typeface="Oracle Sans Tab" panose="020B0503020204020204" pitchFamily="34" charset="0"/>
              </a:defRPr>
            </a:lvl1pPr>
          </a:lstStyle>
          <a:p>
            <a:r>
              <a:rPr lang="en-US" dirty="0"/>
              <a:t>Left aligned middle title.</a:t>
            </a:r>
            <a:br>
              <a:rPr lang="en-US" dirty="0"/>
            </a:br>
            <a:r>
              <a:rPr lang="en-US" dirty="0"/>
              <a:t>Add custom graphics to the right.</a:t>
            </a:r>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921087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ark - Left middle tit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hasCustomPrompt="1"/>
          </p:nvPr>
        </p:nvSpPr>
        <p:spPr>
          <a:xfrm>
            <a:off x="762000" y="2298982"/>
            <a:ext cx="4846320" cy="2260036"/>
          </a:xfrm>
        </p:spPr>
        <p:txBody>
          <a:bodyPr anchor="ctr"/>
          <a:lstStyle>
            <a:lvl1pPr>
              <a:defRPr sz="3200" b="1" i="0">
                <a:latin typeface="Oracle Sans Tab" panose="020B0503020204020204" pitchFamily="34" charset="0"/>
                <a:cs typeface="Oracle Sans Tab" panose="020B0503020204020204" pitchFamily="34" charset="0"/>
              </a:defRPr>
            </a:lvl1pPr>
          </a:lstStyle>
          <a:p>
            <a:r>
              <a:rPr lang="en-US" dirty="0"/>
              <a:t>Left aligned middle title. Add custom graphics to the right.</a:t>
            </a:r>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25181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ark-AbstractBG-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66210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ark-AbstractBG-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86591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Light-AbstractBG-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2617837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Light-AbstractBG-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2026,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986224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6643125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2"/>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userDrawn="1"/>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sp>
        <p:nvSpPr>
          <p:cNvPr id="12" name="TextBox 11">
            <a:extLst>
              <a:ext uri="{FF2B5EF4-FFF2-40B4-BE49-F238E27FC236}">
                <a16:creationId xmlns:a16="http://schemas.microsoft.com/office/drawing/2014/main" id="{F8B44FF3-28AB-10D7-B1C4-E339265AAF9B}"/>
              </a:ext>
            </a:extLst>
          </p:cNvPr>
          <p:cNvSpPr txBox="1"/>
          <p:nvPr userDrawn="1"/>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dirty="0">
                <a:solidFill>
                  <a:schemeClr val="tx1"/>
                </a:solidFill>
                <a:latin typeface="Oracle Sans Tab" panose="020B0503020204020204" pitchFamily="34" charset="0"/>
                <a:cs typeface="Oracle Sans Tab" panose="020B0503020204020204" pitchFamily="34" charset="0"/>
              </a:rPr>
            </a:br>
            <a:r>
              <a:rPr lang="en-US" sz="2000" b="0" i="0" dirty="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33899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theme" Target="../theme/theme1.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image" Target="../media/image1.emf"/><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a:t>Copyright © 2026, Oracle and/or its affiliates |  Confidential: Internal/Restricted/Highly Restricted</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11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959" r:id="rId1"/>
    <p:sldLayoutId id="2147484217" r:id="rId2"/>
    <p:sldLayoutId id="2147484218" r:id="rId3"/>
    <p:sldLayoutId id="2147484253" r:id="rId4"/>
    <p:sldLayoutId id="2147484283" r:id="rId5"/>
    <p:sldLayoutId id="2147484265" r:id="rId6"/>
    <p:sldLayoutId id="2147484306" r:id="rId7"/>
    <p:sldLayoutId id="2147484260" r:id="rId8"/>
    <p:sldLayoutId id="2147484261" r:id="rId9"/>
    <p:sldLayoutId id="2147484262" r:id="rId10"/>
    <p:sldLayoutId id="2147484264" r:id="rId11"/>
    <p:sldLayoutId id="2147484263" r:id="rId12"/>
    <p:sldLayoutId id="2147484266" r:id="rId13"/>
    <p:sldLayoutId id="2147484295" r:id="rId14"/>
    <p:sldLayoutId id="2147484290" r:id="rId15"/>
    <p:sldLayoutId id="2147484292" r:id="rId16"/>
    <p:sldLayoutId id="2147484219" r:id="rId17"/>
    <p:sldLayoutId id="2147484220" r:id="rId18"/>
    <p:sldLayoutId id="2147484270" r:id="rId19"/>
    <p:sldLayoutId id="2147484307" r:id="rId20"/>
    <p:sldLayoutId id="2147484267" r:id="rId21"/>
    <p:sldLayoutId id="2147484268" r:id="rId22"/>
    <p:sldLayoutId id="2147484269" r:id="rId23"/>
    <p:sldLayoutId id="2147484272" r:id="rId24"/>
    <p:sldLayoutId id="2147484271" r:id="rId25"/>
    <p:sldLayoutId id="2147484273" r:id="rId26"/>
    <p:sldLayoutId id="2147484259" r:id="rId27"/>
    <p:sldLayoutId id="2147484313" r:id="rId28"/>
    <p:sldLayoutId id="2147484226" r:id="rId29"/>
    <p:sldLayoutId id="2147484003" r:id="rId30"/>
    <p:sldLayoutId id="2147484221" r:id="rId31"/>
    <p:sldLayoutId id="2147484222" r:id="rId32"/>
    <p:sldLayoutId id="2147484031" r:id="rId33"/>
    <p:sldLayoutId id="2147484030" r:id="rId34"/>
    <p:sldLayoutId id="2147483943" r:id="rId35"/>
    <p:sldLayoutId id="2147483763" r:id="rId36"/>
    <p:sldLayoutId id="2147484237" r:id="rId37"/>
    <p:sldLayoutId id="2147484093" r:id="rId38"/>
    <p:sldLayoutId id="2147484314" r:id="rId39"/>
    <p:sldLayoutId id="2147484315" r:id="rId40"/>
    <p:sldLayoutId id="2147484316" r:id="rId41"/>
    <p:sldLayoutId id="2147484317" r:id="rId42"/>
    <p:sldLayoutId id="2147484318" r:id="rId43"/>
    <p:sldLayoutId id="2147484255" r:id="rId44"/>
    <p:sldLayoutId id="2147484310" r:id="rId45"/>
    <p:sldLayoutId id="2147484311" r:id="rId46"/>
    <p:sldLayoutId id="2147484312" r:id="rId47"/>
    <p:sldLayoutId id="2147484250" r:id="rId48"/>
    <p:sldLayoutId id="2147484251" r:id="rId49"/>
    <p:sldLayoutId id="2147484044" r:id="rId50"/>
    <p:sldLayoutId id="2147484274" r:id="rId51"/>
    <p:sldLayoutId id="2147484045" r:id="rId52"/>
    <p:sldLayoutId id="2147484046" r:id="rId53"/>
    <p:sldLayoutId id="2147484047" r:id="rId54"/>
    <p:sldLayoutId id="2147484293" r:id="rId55"/>
    <p:sldLayoutId id="2147484294" r:id="rId56"/>
    <p:sldLayoutId id="2147484256" r:id="rId57"/>
    <p:sldLayoutId id="2147484319" r:id="rId58"/>
    <p:sldLayoutId id="2147483994" r:id="rId59"/>
    <p:sldLayoutId id="2147484069" r:id="rId60"/>
    <p:sldLayoutId id="2147484074" r:id="rId61"/>
    <p:sldLayoutId id="2147484075" r:id="rId62"/>
    <p:sldLayoutId id="2147483917" r:id="rId63"/>
    <p:sldLayoutId id="2147484286" r:id="rId64"/>
    <p:sldLayoutId id="2147484077" r:id="rId65"/>
    <p:sldLayoutId id="2147484078" r:id="rId66"/>
    <p:sldLayoutId id="2147483922" r:id="rId67"/>
    <p:sldLayoutId id="2147484079" r:id="rId68"/>
    <p:sldLayoutId id="2147484296" r:id="rId69"/>
    <p:sldLayoutId id="2147484297" r:id="rId70"/>
    <p:sldLayoutId id="2147484308" r:id="rId71"/>
    <p:sldLayoutId id="2147484309" r:id="rId72"/>
    <p:sldLayoutId id="2147484285" r:id="rId73"/>
    <p:sldLayoutId id="2147484284" r:id="rId74"/>
    <p:sldLayoutId id="2147484005" r:id="rId75"/>
    <p:sldLayoutId id="2147484006" r:id="rId76"/>
    <p:sldLayoutId id="2147484288" r:id="rId77"/>
    <p:sldLayoutId id="2147484289" r:id="rId78"/>
    <p:sldLayoutId id="2147484159" r:id="rId79"/>
    <p:sldLayoutId id="2147484157" r:id="rId80"/>
    <p:sldLayoutId id="2147484152" r:id="rId81"/>
    <p:sldLayoutId id="2147484155" r:id="rId82"/>
    <p:sldLayoutId id="2147484227" r:id="rId83"/>
    <p:sldLayoutId id="2147484228" r:id="rId84"/>
    <p:sldLayoutId id="2147484008" r:id="rId85"/>
    <p:sldLayoutId id="2147484254" r:id="rId86"/>
    <p:sldLayoutId id="2147484275" r:id="rId87"/>
    <p:sldLayoutId id="2147484276" r:id="rId88"/>
    <p:sldLayoutId id="2147484282" r:id="rId89"/>
    <p:sldLayoutId id="2147484258" r:id="rId90"/>
    <p:sldLayoutId id="2147484277" r:id="rId91"/>
    <p:sldLayoutId id="2147484252" r:id="rId92"/>
    <p:sldLayoutId id="2147484257" r:id="rId93"/>
    <p:sldLayoutId id="2147484320" r:id="rId94"/>
    <p:sldLayoutId id="2147484281" r:id="rId95"/>
    <p:sldLayoutId id="2147484298" r:id="rId96"/>
    <p:sldLayoutId id="2147484299" r:id="rId97"/>
    <p:sldLayoutId id="2147484303" r:id="rId98"/>
    <p:sldLayoutId id="2147484304" r:id="rId99"/>
    <p:sldLayoutId id="2147484305" r:id="rId100"/>
    <p:sldLayoutId id="2147484321" r:id="rId101"/>
    <p:sldLayoutId id="2147484322" r:id="rId102"/>
    <p:sldLayoutId id="2147484323" r:id="rId103"/>
    <p:sldLayoutId id="2147484324" r:id="rId104"/>
    <p:sldLayoutId id="2147484325" r:id="rId105"/>
    <p:sldLayoutId id="2147484326" r:id="rId106"/>
    <p:sldLayoutId id="2147484327" r:id="rId107"/>
    <p:sldLayoutId id="2147484328" r:id="rId108"/>
    <p:sldLayoutId id="2147483744" r:id="rId109"/>
    <p:sldLayoutId id="2147483944" r:id="rId110"/>
    <p:sldLayoutId id="2147484287" r:id="rId1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5ACBF0"/>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1940C-FB1F-B84A-A4F0-571114CA24CF}"/>
              </a:ext>
            </a:extLst>
          </p:cNvPr>
          <p:cNvSpPr>
            <a:spLocks noGrp="1"/>
          </p:cNvSpPr>
          <p:nvPr>
            <p:ph type="title"/>
          </p:nvPr>
        </p:nvSpPr>
        <p:spPr>
          <a:xfrm>
            <a:off x="768875" y="182403"/>
            <a:ext cx="10671048" cy="822960"/>
          </a:xfrm>
        </p:spPr>
        <p:txBody>
          <a:bodyPr/>
          <a:lstStyle/>
          <a:p>
            <a:r>
              <a:rPr lang="en-US" dirty="0"/>
              <a:t>Oracle SQL Firewall: Database-Native Defense That Catches What WAF Misses</a:t>
            </a:r>
          </a:p>
        </p:txBody>
      </p:sp>
      <p:sp>
        <p:nvSpPr>
          <p:cNvPr id="18" name="Footer Placeholder 17">
            <a:extLst>
              <a:ext uri="{FF2B5EF4-FFF2-40B4-BE49-F238E27FC236}">
                <a16:creationId xmlns:a16="http://schemas.microsoft.com/office/drawing/2014/main" id="{143A086A-DEB0-0940-B983-232248E1A9F8}"/>
              </a:ext>
            </a:extLst>
          </p:cNvPr>
          <p:cNvSpPr>
            <a:spLocks noGrp="1"/>
          </p:cNvSpPr>
          <p:nvPr>
            <p:ph type="ftr" sz="quarter" idx="11"/>
          </p:nvPr>
        </p:nvSpPr>
        <p:spPr>
          <a:xfrm>
            <a:off x="1127759" y="6423978"/>
            <a:ext cx="5745379" cy="365125"/>
          </a:xfrm>
        </p:spPr>
        <p:txBody>
          <a:bodyPr/>
          <a:lstStyle/>
          <a:p>
            <a:r>
              <a:rPr lang="en-US">
                <a:solidFill>
                  <a:srgbClr val="FFFFFF"/>
                </a:solidFill>
              </a:rPr>
              <a:t>Copyright © 2026, Oracle and/or its affiliates  |  Confidential: Internal</a:t>
            </a:r>
          </a:p>
        </p:txBody>
      </p:sp>
      <p:sp>
        <p:nvSpPr>
          <p:cNvPr id="19" name="Slide Number Placeholder 18">
            <a:extLst>
              <a:ext uri="{FF2B5EF4-FFF2-40B4-BE49-F238E27FC236}">
                <a16:creationId xmlns:a16="http://schemas.microsoft.com/office/drawing/2014/main" id="{4671B9B6-9D2A-7437-9B21-861C73FF88D6}"/>
              </a:ext>
            </a:extLst>
          </p:cNvPr>
          <p:cNvSpPr>
            <a:spLocks noGrp="1"/>
          </p:cNvSpPr>
          <p:nvPr>
            <p:ph type="sldNum" sz="quarter" idx="12"/>
          </p:nvPr>
        </p:nvSpPr>
        <p:spPr>
          <a:xfrm>
            <a:off x="762000" y="6423660"/>
            <a:ext cx="365760" cy="365760"/>
          </a:xfrm>
        </p:spPr>
        <p:txBody>
          <a:bodyPr/>
          <a:lstStyle/>
          <a:p>
            <a:fld id="{345D60D9-5372-5F40-9443-0F9AE5BDC3C8}" type="slidenum">
              <a:rPr lang="en-US" smtClean="0"/>
              <a:pPr/>
              <a:t>41</a:t>
            </a:fld>
            <a:endParaRPr lang="en-US" dirty="0"/>
          </a:p>
        </p:txBody>
      </p:sp>
      <p:graphicFrame>
        <p:nvGraphicFramePr>
          <p:cNvPr id="8137" name="Table"/>
          <p:cNvGraphicFramePr>
            <a:graphicFrameLocks noGrp="1"/>
          </p:cNvGraphicFramePr>
          <p:nvPr/>
        </p:nvGraphicFramePr>
        <p:xfrm>
          <a:off x="548640" y="1371600"/>
          <a:ext cx="10972800" cy="4754880"/>
        </p:xfrm>
        <a:graphic>
          <a:graphicData uri="http://schemas.openxmlformats.org/drawingml/2006/table">
            <a:tbl>
              <a:tblPr firstRow="1" bandRow="1"/>
              <a:tblGrid>
                <a:gridCol w="5486400"/>
                <a:gridCol w="5486400"/>
              </a:tblGrid>
              <a:tr h="792480">
                <a:tc>
                  <a:txBody>
                    <a:bodyPr/>
                    <a:lstStyle/>
                    <a:p>
                      <a:r>
                        <a:rPr lang="en-US" sz="1400" b="1">
                          <a:solidFill>
                            <a:srgbClr val="FFFFFF"/>
                          </a:solidFill>
                        </a:rPr>
                        <a:t>Briefing</a:t>
                      </a:r>
                    </a:p>
                  </a:txBody>
                  <a:tcPr>
                    <a:solidFill>
                      <a:srgbClr val="C74634"/>
                    </a:solidFill>
                  </a:tcPr>
                </a:tc>
                <a:tc>
                  <a:txBody>
                    <a:bodyPr/>
                    <a:lstStyle/>
                    <a:p>
                      <a:r>
                        <a:rPr lang="en-US" sz="1400" b="1">
                          <a:solidFill>
                            <a:srgbClr val="FFFFFF"/>
                          </a:solidFill>
                        </a:rPr>
                        <a:t>Key Points</a:t>
                      </a:r>
                    </a:p>
                  </a:txBody>
                  <a:tcPr>
                    <a:solidFill>
                      <a:srgbClr val="C74634"/>
                    </a:solidFill>
                  </a:tcPr>
                </a:tc>
              </a:tr>
              <a:tr h="792480">
                <a:tc>
                  <a:txBody>
                    <a:bodyPr/>
                    <a:lstStyle/>
                    <a:p>
                      <a:r>
                        <a:rPr lang="en-US" sz="1200">
                          <a:solidFill>
                            <a:srgbClr val="FFFFFF"/>
                          </a:solidFill>
                        </a:rPr>
                        <a:t>Problem Statement</a:t>
                      </a:r>
                    </a:p>
                  </a:txBody>
                  <a:tcPr>
                    <a:solidFill>
                      <a:srgbClr val="312D2A"/>
                    </a:solidFill>
                  </a:tcPr>
                </a:tc>
                <a:tc>
                  <a:txBody>
                    <a:bodyPr/>
                    <a:lstStyle/>
                    <a:p>
                      <a:r>
                        <a:rPr lang="en-US" sz="1200">
                          <a:solidFill>
                            <a:srgbClr val="FFFFFF"/>
                          </a:solidFill>
                        </a:rPr>
                        <a:t>A fintech app (LuminaForge) trusts user input in SQL — attackers inject via search/lookup fields to read other customers' transactions and credentials straight from the database.</a:t>
                      </a:r>
                    </a:p>
                  </a:txBody>
                  <a:tcPr>
                    <a:solidFill>
                      <a:srgbClr val="312D2A"/>
                    </a:solidFill>
                  </a:tcPr>
                </a:tc>
              </a:tr>
              <a:tr h="792480">
                <a:tc>
                  <a:txBody>
                    <a:bodyPr/>
                    <a:lstStyle/>
                    <a:p>
                      <a:r>
                        <a:rPr lang="en-US" sz="1200">
                          <a:solidFill>
                            <a:srgbClr val="FFFFFF"/>
                          </a:solidFill>
                        </a:rPr>
                        <a:t>Typical Challenges</a:t>
                      </a:r>
                    </a:p>
                  </a:txBody>
                  <a:tcPr>
                    <a:solidFill>
                      <a:srgbClr val="3D3836"/>
                    </a:solidFill>
                  </a:tcPr>
                </a:tc>
                <a:tc>
                  <a:txBody>
                    <a:bodyPr/>
                    <a:lstStyle/>
                    <a:p>
                      <a:r>
                        <a:rPr lang="en-US" sz="1200">
                          <a:solidFill>
                            <a:srgbClr val="FFFFFF"/>
                          </a:solidFill>
                        </a:rPr>
                        <a:t>Perimeter tools like WAF only read HTTP request text — signature rules are evaded with hex/XML encoding or JSON bodies, and they never see the actual SQL the database executes.</a:t>
                      </a:r>
                    </a:p>
                  </a:txBody>
                  <a:tcPr>
                    <a:solidFill>
                      <a:srgbClr val="3D3836"/>
                    </a:solidFill>
                  </a:tcPr>
                </a:tc>
              </a:tr>
              <a:tr h="792480">
                <a:tc>
                  <a:txBody>
                    <a:bodyPr/>
                    <a:lstStyle/>
                    <a:p>
                      <a:r>
                        <a:rPr lang="en-US" sz="1200">
                          <a:solidFill>
                            <a:srgbClr val="FFFFFF"/>
                          </a:solidFill>
                        </a:rPr>
                        <a:t>Proposed Solution</a:t>
                      </a:r>
                    </a:p>
                  </a:txBody>
                  <a:tcPr>
                    <a:solidFill>
                      <a:srgbClr val="312D2A"/>
                    </a:solidFill>
                  </a:tcPr>
                </a:tc>
                <a:tc>
                  <a:txBody>
                    <a:bodyPr/>
                    <a:lstStyle/>
                    <a:p>
                      <a:r>
                        <a:rPr lang="en-US" sz="1200">
                          <a:solidFill>
                            <a:srgbClr val="FFFFFF"/>
                          </a:solidFill>
                        </a:rPr>
                        <a:t>Oracle Database 26ai SQL Firewall enforces an allow-list of expected SQL + session context (IP, OS user, client program) inside the database kernel itself.</a:t>
                      </a:r>
                    </a:p>
                  </a:txBody>
                  <a:tcPr>
                    <a:solidFill>
                      <a:srgbClr val="312D2A"/>
                    </a:solidFill>
                  </a:tcPr>
                </a:tc>
              </a:tr>
              <a:tr h="792480">
                <a:tc>
                  <a:txBody>
                    <a:bodyPr/>
                    <a:lstStyle/>
                    <a:p>
                      <a:r>
                        <a:rPr lang="en-US" sz="1200">
                          <a:solidFill>
                            <a:srgbClr val="FFFFFF"/>
                          </a:solidFill>
                        </a:rPr>
                        <a:t>ADVANTAGE — Why SQL Firewall Wins</a:t>
                      </a:r>
                    </a:p>
                  </a:txBody>
                  <a:tcPr>
                    <a:solidFill>
                      <a:srgbClr val="3D3836"/>
                    </a:solidFill>
                  </a:tcPr>
                </a:tc>
                <a:tc>
                  <a:txBody>
                    <a:bodyPr/>
                    <a:lstStyle/>
                    <a:p>
                      <a:r>
                        <a:rPr lang="en-US" sz="1200">
                          <a:solidFill>
                            <a:srgbClr val="FFFFFF"/>
                          </a:solidFill>
                        </a:rPr>
                        <a:t>Inspects the real, decoded SQL executed — so payloads that bypass WAF signature rules (proven live in this demo) are still caught instantly, with zero app changes or added latency.</a:t>
                      </a:r>
                    </a:p>
                  </a:txBody>
                  <a:tcPr>
                    <a:solidFill>
                      <a:srgbClr val="3D3836"/>
                    </a:solidFill>
                  </a:tcPr>
                </a:tc>
              </a:tr>
              <a:tr h="792480">
                <a:tc>
                  <a:txBody>
                    <a:bodyPr/>
                    <a:lstStyle/>
                    <a:p>
                      <a:r>
                        <a:rPr lang="en-US" sz="1200">
                          <a:solidFill>
                            <a:srgbClr val="FFFFFF"/>
                          </a:solidFill>
                        </a:rPr>
                        <a:t>Product Used</a:t>
                      </a:r>
                    </a:p>
                  </a:txBody>
                  <a:tcPr>
                    <a:solidFill>
                      <a:srgbClr val="312D2A"/>
                    </a:solidFill>
                  </a:tcPr>
                </a:tc>
                <a:tc>
                  <a:txBody>
                    <a:bodyPr/>
                    <a:lstStyle/>
                    <a:p>
                      <a:r>
                        <a:rPr lang="en-US" sz="1200">
                          <a:solidFill>
                            <a:srgbClr val="FFFFFF"/>
                          </a:solidFill>
                        </a:rPr>
                        <a:t>Oracle Database 26ai SQL Firewall (core) + Aegis Vault SOC dashboard + LuminaForge attack-surface app. OCI WAF comparison is optional/extended — not required for the core story.</a:t>
                      </a:r>
                    </a:p>
                  </a:txBody>
                  <a:tcPr>
                    <a:solidFill>
                      <a:srgbClr val="312D2A"/>
                    </a:solidFill>
                  </a:tcPr>
                </a:tc>
              </a:tr>
            </a:tbl>
          </a:graphicData>
        </a:graphic>
      </p:graphicFrame>
    </p:spTree>
    <p:extLst>
      <p:ext uri="{BB962C8B-B14F-4D97-AF65-F5344CB8AC3E}">
        <p14:creationId xmlns:p14="http://schemas.microsoft.com/office/powerpoint/2010/main" val="2620946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Pine 80">
      <a:srgbClr val="74A683"/>
    </a:custClr>
    <a:custClr name="Pine 90">
      <a:srgbClr val="5C926D"/>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100">
      <a:srgbClr val="4C825C"/>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20">
      <a:srgbClr val="3F6B4B"/>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40">
      <a:srgbClr val="33553C"/>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RW-Early-FY26-v8.6" id="{0D251CCE-1243-154B-A0F8-E6E031D508F3}" vid="{E4D581CB-8A8C-EC48-88D7-7D405B802722}"/>
    </a:ext>
  </a:extLst>
</a:theme>
</file>

<file path=ppt/theme/theme2.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22C9B34DEC2143A76D7422EE4B3741" ma:contentTypeVersion="3" ma:contentTypeDescription="Create a new document." ma:contentTypeScope="" ma:versionID="a1f5fca72f36d62758ae097d6c990fc8">
  <xsd:schema xmlns:xsd="http://www.w3.org/2001/XMLSchema" xmlns:xs="http://www.w3.org/2001/XMLSchema" xmlns:p="http://schemas.microsoft.com/office/2006/metadata/properties" xmlns:ns2="9cb3e6ae-4110-4b48-ae1c-0e2053abb8d8" targetNamespace="http://schemas.microsoft.com/office/2006/metadata/properties" ma:root="true" ma:fieldsID="a0a61b6fd12fc4584a0304eeec214773" ns2:_="">
    <xsd:import namespace="9cb3e6ae-4110-4b48-ae1c-0e2053abb8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b3e6ae-4110-4b48-ae1c-0e2053abb8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2F5D24-F3A4-406A-A30D-311088587A8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A54AA96-5DD7-4442-8D90-6C080BDDB7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b3e6ae-4110-4b48-ae1c-0e2053abb8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623C34-B8B2-4731-8A36-C3B04C28D545}">
  <ds:schemaRefs>
    <ds:schemaRef ds:uri="http://schemas.microsoft.com/sharepoint/v3/contenttype/forms"/>
  </ds:schemaRefs>
</ds:datastoreItem>
</file>

<file path=docMetadata/LabelInfo.xml><?xml version="1.0" encoding="utf-8"?>
<clbl:labelList xmlns:clbl="http://schemas.microsoft.com/office/2020/mipLabelMetadata">
  <clbl:label id="{3c76ce46-357f-46de-88d6-77b9bbb83c46}" enabled="1" method="Privileged" siteId="{4e2c6054-71cb-48f1-bd6c-3a9705aca71b}" removed="0"/>
</clbl:labelList>
</file>

<file path=docProps/app.xml><?xml version="1.0" encoding="utf-8"?>
<Properties xmlns="http://schemas.openxmlformats.org/officeDocument/2006/extended-properties" xmlns:vt="http://schemas.openxmlformats.org/officeDocument/2006/docPropsVTypes">
  <Template>Oracle-FY26-8</Template>
  <TotalTime>13</TotalTime>
  <Words>2830</Words>
  <Application>Microsoft Macintosh PowerPoint</Application>
  <PresentationFormat>Widescreen</PresentationFormat>
  <Paragraphs>575</Paragraphs>
  <Slides>51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System Font Regular</vt:lpstr>
      <vt:lpstr>Arial</vt:lpstr>
      <vt:lpstr>Oracle Sans</vt:lpstr>
      <vt:lpstr>Oracle Sans Light</vt:lpstr>
      <vt:lpstr>Oracle Sans Tab</vt:lpstr>
      <vt:lpstr>Oracle Sans Tab Extra Bold</vt:lpstr>
      <vt:lpstr>Oracle Sans Tab Light</vt:lpstr>
      <vt:lpstr>Oracle Sans Tab Semi Bold</vt:lpstr>
      <vt:lpstr>Oracle-FY26-8.6</vt:lpstr>
      <vt:lpstr>Master brand/ industries/ cross-pillar title dark</vt:lpstr>
      <vt:lpstr>Speakers-virtual  </vt:lpstr>
      <vt:lpstr>Speakers-virtual profile </vt:lpstr>
      <vt:lpstr>Speakers-virtual </vt:lpstr>
      <vt:lpstr>3 Speakers-virtual </vt:lpstr>
      <vt:lpstr>4 Speakers-virtual </vt:lpstr>
      <vt:lpstr>6 Speakers-virtual </vt:lpstr>
      <vt:lpstr>10 Speakers-virtual </vt:lpstr>
      <vt:lpstr>One speaker on stage</vt:lpstr>
      <vt:lpstr>Two speakers on stage</vt:lpstr>
      <vt:lpstr>Three speakers on stage</vt:lpstr>
      <vt:lpstr>Four speakers on stage</vt:lpstr>
      <vt:lpstr>Cross-pillar, industries, and general divider dark</vt:lpstr>
      <vt:lpstr>Agenda title</vt:lpstr>
      <vt:lpstr>Agenda title</vt:lpstr>
      <vt:lpstr>Title on a dark title/subtitle slide</vt:lpstr>
      <vt:lpstr>Title on a dark title/subtitle one column slide</vt:lpstr>
      <vt:lpstr>Title on a dark two column</vt:lpstr>
      <vt:lpstr>Title on a dark three column</vt:lpstr>
      <vt:lpstr>Title on a dark with 1/3 photo</vt:lpstr>
      <vt:lpstr>Title, content and illustration</vt:lpstr>
      <vt:lpstr>Bold statement on light with a photo on the right</vt:lpstr>
      <vt:lpstr>Title on dark three icons slides</vt:lpstr>
      <vt:lpstr>Title on dark four icons slides</vt:lpstr>
      <vt:lpstr>Title on dark two images and content slide</vt:lpstr>
      <vt:lpstr>A short title goes here on dark</vt:lpstr>
      <vt:lpstr>Short title on dark</vt:lpstr>
      <vt:lpstr>Title on a split color page</vt:lpstr>
      <vt:lpstr>Left title on dark. Graphics on the right.</vt:lpstr>
      <vt:lpstr>Left title on dark. Add in custom  graphics or technical diagrams on the right.</vt:lpstr>
      <vt:lpstr>Impact or bold statement on a dark background</vt:lpstr>
      <vt:lpstr>A Multi-statement slide example on dark </vt:lpstr>
      <vt:lpstr>Headline copy on  32 point dark slide</vt:lpstr>
      <vt:lpstr>Title on  dark split slide</vt:lpstr>
      <vt:lpstr>“A general customer quote slide.  Surrounded by quotation marks”</vt:lpstr>
      <vt:lpstr>“A general customer quote slide. Surrounded by quotation marks.”</vt:lpstr>
      <vt:lpstr>Timeline</vt:lpstr>
      <vt:lpstr>Date timeline</vt:lpstr>
      <vt:lpstr>Date timeline</vt:lpstr>
      <vt:lpstr>Thank you</vt:lpstr>
      <vt:lpstr>Example on a dark table slide </vt:lpstr>
      <vt:lpstr>Title on a dark table slide </vt:lpstr>
      <vt:lpstr>Title for a from/to slide</vt:lpstr>
      <vt:lpstr>Screenshot on dark</vt:lpstr>
      <vt:lpstr>Grabbable device shells</vt:lpstr>
      <vt:lpstr>Single statistic title on dark</vt:lpstr>
      <vt:lpstr>Title</vt:lpstr>
      <vt:lpstr>Title for a chart </vt:lpstr>
      <vt:lpstr>PowerPoint Presentation</vt:lpstr>
      <vt:lpstr>PowerPoint Presentation</vt:lpstr>
      <vt:lpstr>An end slide on dark showing an Oracle logo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Belton Kwong</dc:creator>
  <cp:lastModifiedBy>Belton Kwong</cp:lastModifiedBy>
  <cp:revision>5</cp:revision>
  <dcterms:created xsi:type="dcterms:W3CDTF">2026-01-28T07:26:49Z</dcterms:created>
  <dcterms:modified xsi:type="dcterms:W3CDTF">2026-02-11T04:44:04Z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MSIP_Label_3c76ce46-357f-46de-88d6-77b9bbb83c46_Enabled">
    <vt:lpwstr>true</vt:lpwstr>
  </property>
  <property fmtid="{D5CDD505-2E9C-101B-9397-08002B2CF9AE}" pid="6" name="MSIP_Label_3c76ce46-357f-46de-88d6-77b9bbb83c46_SetDate">
    <vt:lpwstr>2025-01-23T20:44:35Z</vt:lpwstr>
  </property>
  <property fmtid="{D5CDD505-2E9C-101B-9397-08002B2CF9AE}" pid="7" name="MSIP_Label_3c76ce46-357f-46de-88d6-77b9bbb83c46_Method">
    <vt:lpwstr>Privileged</vt:lpwstr>
  </property>
  <property fmtid="{D5CDD505-2E9C-101B-9397-08002B2CF9AE}" pid="8" name="MSIP_Label_3c76ce46-357f-46de-88d6-77b9bbb83c46_Name">
    <vt:lpwstr>Public</vt:lpwstr>
  </property>
  <property fmtid="{D5CDD505-2E9C-101B-9397-08002B2CF9AE}" pid="9" name="MSIP_Label_3c76ce46-357f-46de-88d6-77b9bbb83c46_SiteId">
    <vt:lpwstr>4e2c6054-71cb-48f1-bd6c-3a9705aca71b</vt:lpwstr>
  </property>
  <property fmtid="{D5CDD505-2E9C-101B-9397-08002B2CF9AE}" pid="10" name="MSIP_Label_3c76ce46-357f-46de-88d6-77b9bbb83c46_ActionId">
    <vt:lpwstr>f22884e0-546d-4aff-a9ba-accbb4729511</vt:lpwstr>
  </property>
  <property fmtid="{D5CDD505-2E9C-101B-9397-08002B2CF9AE}" pid="11" name="MSIP_Label_3c76ce46-357f-46de-88d6-77b9bbb83c46_ContentBits">
    <vt:lpwstr>0</vt:lpwstr>
  </property>
  <property fmtid="{D5CDD505-2E9C-101B-9397-08002B2CF9AE}" pid="12" name="MSIP_Label_3c76ce46-357f-46de-88d6-77b9bbb83c46_Tag">
    <vt:lpwstr>50, 0, 1, 1</vt:lpwstr>
  </property>
  <property fmtid="{D5CDD505-2E9C-101B-9397-08002B2CF9AE}" pid="13" name="Order">
    <vt:lpwstr>48077600.0000000</vt:lpwstr>
  </property>
  <property fmtid="{D5CDD505-2E9C-101B-9397-08002B2CF9AE}" pid="14" name="xd_ProgID">
    <vt:lpwstr/>
  </property>
  <property fmtid="{D5CDD505-2E9C-101B-9397-08002B2CF9AE}" pid="15" name="ContentTypeId">
    <vt:lpwstr>0x010100FD22C9B34DEC2143A76D7422EE4B3741</vt:lpwstr>
  </property>
  <property fmtid="{D5CDD505-2E9C-101B-9397-08002B2CF9AE}" pid="16" name="_SourceUrl">
    <vt:lpwstr/>
  </property>
  <property fmtid="{D5CDD505-2E9C-101B-9397-08002B2CF9AE}" pid="17" name="_SharedFileIndex">
    <vt:lpwstr/>
  </property>
  <property fmtid="{D5CDD505-2E9C-101B-9397-08002B2CF9AE}" pid="18" name="ComplianceAssetId">
    <vt:lpwstr/>
  </property>
  <property fmtid="{D5CDD505-2E9C-101B-9397-08002B2CF9AE}" pid="19" name="TemplateUrl">
    <vt:lpwstr/>
  </property>
  <property fmtid="{D5CDD505-2E9C-101B-9397-08002B2CF9AE}" pid="20" name="IncludeInSearch">
    <vt:lpwstr>true</vt:lpwstr>
  </property>
  <property fmtid="{D5CDD505-2E9C-101B-9397-08002B2CF9AE}" pid="21" name="TriggerFlowInfo">
    <vt:lpwstr/>
  </property>
  <property fmtid="{D5CDD505-2E9C-101B-9397-08002B2CF9AE}" pid="22" name="xd_Signature">
    <vt:lpwstr/>
  </property>
</Properties>
</file>